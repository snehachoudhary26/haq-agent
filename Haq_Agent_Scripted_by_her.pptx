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6"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842114-4C2B-4C89-AC77-00FE2AFA2BBA}" v="9" dt="2026-06-28T13:20:03.8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90" y="1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thak Choudhary" userId="b43b5f7d4080fa54" providerId="LiveId" clId="{F439377E-4241-4D0F-B98A-CB434FF1D0D7}"/>
    <pc:docChg chg="undo custSel addSld delSld modSld sldOrd">
      <pc:chgData name="Sarthak Choudhary" userId="b43b5f7d4080fa54" providerId="LiveId" clId="{F439377E-4241-4D0F-B98A-CB434FF1D0D7}" dt="2026-06-28T13:20:27.916" v="252" actId="1076"/>
      <pc:docMkLst>
        <pc:docMk/>
      </pc:docMkLst>
      <pc:sldChg chg="delSp modSp mod">
        <pc:chgData name="Sarthak Choudhary" userId="b43b5f7d4080fa54" providerId="LiveId" clId="{F439377E-4241-4D0F-B98A-CB434FF1D0D7}" dt="2026-06-28T13:17:59.874" v="224" actId="14100"/>
        <pc:sldMkLst>
          <pc:docMk/>
          <pc:sldMk cId="0" sldId="256"/>
        </pc:sldMkLst>
        <pc:spChg chg="mod">
          <ac:chgData name="Sarthak Choudhary" userId="b43b5f7d4080fa54" providerId="LiveId" clId="{F439377E-4241-4D0F-B98A-CB434FF1D0D7}" dt="2026-06-28T13:07:12.111" v="98" actId="403"/>
          <ac:spMkLst>
            <pc:docMk/>
            <pc:sldMk cId="0" sldId="256"/>
            <ac:spMk id="3" creationId="{00000000-0000-0000-0000-000000000000}"/>
          </ac:spMkLst>
        </pc:spChg>
        <pc:spChg chg="mod">
          <ac:chgData name="Sarthak Choudhary" userId="b43b5f7d4080fa54" providerId="LiveId" clId="{F439377E-4241-4D0F-B98A-CB434FF1D0D7}" dt="2026-06-28T13:07:18.908" v="100" actId="404"/>
          <ac:spMkLst>
            <pc:docMk/>
            <pc:sldMk cId="0" sldId="256"/>
            <ac:spMk id="4" creationId="{00000000-0000-0000-0000-000000000000}"/>
          </ac:spMkLst>
        </pc:spChg>
        <pc:spChg chg="mod">
          <ac:chgData name="Sarthak Choudhary" userId="b43b5f7d4080fa54" providerId="LiveId" clId="{F439377E-4241-4D0F-B98A-CB434FF1D0D7}" dt="2026-06-28T13:06:53.510" v="95" actId="207"/>
          <ac:spMkLst>
            <pc:docMk/>
            <pc:sldMk cId="0" sldId="256"/>
            <ac:spMk id="5" creationId="{00000000-0000-0000-0000-000000000000}"/>
          </ac:spMkLst>
        </pc:spChg>
        <pc:spChg chg="del">
          <ac:chgData name="Sarthak Choudhary" userId="b43b5f7d4080fa54" providerId="LiveId" clId="{F439377E-4241-4D0F-B98A-CB434FF1D0D7}" dt="2026-06-28T13:17:38.566" v="217" actId="478"/>
          <ac:spMkLst>
            <pc:docMk/>
            <pc:sldMk cId="0" sldId="256"/>
            <ac:spMk id="6" creationId="{00000000-0000-0000-0000-000000000000}"/>
          </ac:spMkLst>
        </pc:spChg>
        <pc:spChg chg="mod">
          <ac:chgData name="Sarthak Choudhary" userId="b43b5f7d4080fa54" providerId="LiveId" clId="{F439377E-4241-4D0F-B98A-CB434FF1D0D7}" dt="2026-06-28T13:14:38.455" v="193" actId="207"/>
          <ac:spMkLst>
            <pc:docMk/>
            <pc:sldMk cId="0" sldId="256"/>
            <ac:spMk id="10" creationId="{00000000-0000-0000-0000-000000000000}"/>
          </ac:spMkLst>
        </pc:spChg>
        <pc:picChg chg="mod">
          <ac:chgData name="Sarthak Choudhary" userId="b43b5f7d4080fa54" providerId="LiveId" clId="{F439377E-4241-4D0F-B98A-CB434FF1D0D7}" dt="2026-06-28T13:17:48.829" v="221" actId="14100"/>
          <ac:picMkLst>
            <pc:docMk/>
            <pc:sldMk cId="0" sldId="256"/>
            <ac:picMk id="7" creationId="{00000000-0000-0000-0000-000000000000}"/>
          </ac:picMkLst>
        </pc:picChg>
        <pc:picChg chg="mod">
          <ac:chgData name="Sarthak Choudhary" userId="b43b5f7d4080fa54" providerId="LiveId" clId="{F439377E-4241-4D0F-B98A-CB434FF1D0D7}" dt="2026-06-28T13:17:59.874" v="224" actId="14100"/>
          <ac:picMkLst>
            <pc:docMk/>
            <pc:sldMk cId="0" sldId="256"/>
            <ac:picMk id="12" creationId="{71AE7A03-691C-A3BB-9FB7-31B98F3DFBD2}"/>
          </ac:picMkLst>
        </pc:picChg>
      </pc:sldChg>
      <pc:sldChg chg="addSp delSp modSp mod">
        <pc:chgData name="Sarthak Choudhary" userId="b43b5f7d4080fa54" providerId="LiveId" clId="{F439377E-4241-4D0F-B98A-CB434FF1D0D7}" dt="2026-06-28T13:20:27.916" v="252" actId="1076"/>
        <pc:sldMkLst>
          <pc:docMk/>
          <pc:sldMk cId="0" sldId="257"/>
        </pc:sldMkLst>
        <pc:spChg chg="mod">
          <ac:chgData name="Sarthak Choudhary" userId="b43b5f7d4080fa54" providerId="LiveId" clId="{F439377E-4241-4D0F-B98A-CB434FF1D0D7}" dt="2026-06-28T13:06:29.380" v="89" actId="404"/>
          <ac:spMkLst>
            <pc:docMk/>
            <pc:sldMk cId="0" sldId="257"/>
            <ac:spMk id="3" creationId="{00000000-0000-0000-0000-000000000000}"/>
          </ac:spMkLst>
        </pc:spChg>
        <pc:spChg chg="mod">
          <ac:chgData name="Sarthak Choudhary" userId="b43b5f7d4080fa54" providerId="LiveId" clId="{F439377E-4241-4D0F-B98A-CB434FF1D0D7}" dt="2026-06-28T13:06:35.675" v="90" actId="207"/>
          <ac:spMkLst>
            <pc:docMk/>
            <pc:sldMk cId="0" sldId="257"/>
            <ac:spMk id="7" creationId="{00000000-0000-0000-0000-000000000000}"/>
          </ac:spMkLst>
        </pc:spChg>
        <pc:spChg chg="mod">
          <ac:chgData name="Sarthak Choudhary" userId="b43b5f7d4080fa54" providerId="LiveId" clId="{F439377E-4241-4D0F-B98A-CB434FF1D0D7}" dt="2026-06-28T13:06:38.540" v="91" actId="207"/>
          <ac:spMkLst>
            <pc:docMk/>
            <pc:sldMk cId="0" sldId="257"/>
            <ac:spMk id="11" creationId="{00000000-0000-0000-0000-000000000000}"/>
          </ac:spMkLst>
        </pc:spChg>
        <pc:spChg chg="mod">
          <ac:chgData name="Sarthak Choudhary" userId="b43b5f7d4080fa54" providerId="LiveId" clId="{F439377E-4241-4D0F-B98A-CB434FF1D0D7}" dt="2026-06-28T13:06:41.764" v="92" actId="207"/>
          <ac:spMkLst>
            <pc:docMk/>
            <pc:sldMk cId="0" sldId="257"/>
            <ac:spMk id="15" creationId="{00000000-0000-0000-0000-000000000000}"/>
          </ac:spMkLst>
        </pc:spChg>
        <pc:spChg chg="del">
          <ac:chgData name="Sarthak Choudhary" userId="b43b5f7d4080fa54" providerId="LiveId" clId="{F439377E-4241-4D0F-B98A-CB434FF1D0D7}" dt="2026-06-28T13:06:12.754" v="86" actId="478"/>
          <ac:spMkLst>
            <pc:docMk/>
            <pc:sldMk cId="0" sldId="257"/>
            <ac:spMk id="16" creationId="{00000000-0000-0000-0000-000000000000}"/>
          </ac:spMkLst>
        </pc:spChg>
        <pc:spChg chg="mod">
          <ac:chgData name="Sarthak Choudhary" userId="b43b5f7d4080fa54" providerId="LiveId" clId="{F439377E-4241-4D0F-B98A-CB434FF1D0D7}" dt="2026-06-28T13:06:20.564" v="87" actId="20577"/>
          <ac:spMkLst>
            <pc:docMk/>
            <pc:sldMk cId="0" sldId="257"/>
            <ac:spMk id="17" creationId="{00000000-0000-0000-0000-000000000000}"/>
          </ac:spMkLst>
        </pc:spChg>
        <pc:picChg chg="del">
          <ac:chgData name="Sarthak Choudhary" userId="b43b5f7d4080fa54" providerId="LiveId" clId="{F439377E-4241-4D0F-B98A-CB434FF1D0D7}" dt="2026-06-28T13:20:01.540" v="243" actId="478"/>
          <ac:picMkLst>
            <pc:docMk/>
            <pc:sldMk cId="0" sldId="257"/>
            <ac:picMk id="5" creationId="{00000000-0000-0000-0000-000000000000}"/>
          </ac:picMkLst>
        </pc:picChg>
        <pc:picChg chg="del">
          <ac:chgData name="Sarthak Choudhary" userId="b43b5f7d4080fa54" providerId="LiveId" clId="{F439377E-4241-4D0F-B98A-CB434FF1D0D7}" dt="2026-06-28T13:18:28.108" v="225" actId="478"/>
          <ac:picMkLst>
            <pc:docMk/>
            <pc:sldMk cId="0" sldId="257"/>
            <ac:picMk id="9" creationId="{00000000-0000-0000-0000-000000000000}"/>
          </ac:picMkLst>
        </pc:picChg>
        <pc:picChg chg="del">
          <ac:chgData name="Sarthak Choudhary" userId="b43b5f7d4080fa54" providerId="LiveId" clId="{F439377E-4241-4D0F-B98A-CB434FF1D0D7}" dt="2026-06-28T13:19:01.632" v="235" actId="478"/>
          <ac:picMkLst>
            <pc:docMk/>
            <pc:sldMk cId="0" sldId="257"/>
            <ac:picMk id="13" creationId="{00000000-0000-0000-0000-000000000000}"/>
          </ac:picMkLst>
        </pc:picChg>
        <pc:picChg chg="add mod">
          <ac:chgData name="Sarthak Choudhary" userId="b43b5f7d4080fa54" providerId="LiveId" clId="{F439377E-4241-4D0F-B98A-CB434FF1D0D7}" dt="2026-06-28T13:18:50.073" v="234" actId="1076"/>
          <ac:picMkLst>
            <pc:docMk/>
            <pc:sldMk cId="0" sldId="257"/>
            <ac:picMk id="18" creationId="{5741B44F-7879-7C5E-09AD-A231A36941DF}"/>
          </ac:picMkLst>
        </pc:picChg>
        <pc:picChg chg="add mod">
          <ac:chgData name="Sarthak Choudhary" userId="b43b5f7d4080fa54" providerId="LiveId" clId="{F439377E-4241-4D0F-B98A-CB434FF1D0D7}" dt="2026-06-28T13:19:08.825" v="239" actId="1076"/>
          <ac:picMkLst>
            <pc:docMk/>
            <pc:sldMk cId="0" sldId="257"/>
            <ac:picMk id="19" creationId="{1C33B954-3D3D-B44A-0246-3C927FDBB5EF}"/>
          </ac:picMkLst>
        </pc:picChg>
        <pc:picChg chg="add mod">
          <ac:chgData name="Sarthak Choudhary" userId="b43b5f7d4080fa54" providerId="LiveId" clId="{F439377E-4241-4D0F-B98A-CB434FF1D0D7}" dt="2026-06-28T13:20:27.916" v="252" actId="1076"/>
          <ac:picMkLst>
            <pc:docMk/>
            <pc:sldMk cId="0" sldId="257"/>
            <ac:picMk id="20" creationId="{35EFBDD8-0D8F-E1C3-35D3-3B155D159C19}"/>
          </ac:picMkLst>
        </pc:picChg>
      </pc:sldChg>
      <pc:sldChg chg="modSp mod">
        <pc:chgData name="Sarthak Choudhary" userId="b43b5f7d4080fa54" providerId="LiveId" clId="{F439377E-4241-4D0F-B98A-CB434FF1D0D7}" dt="2026-06-28T13:19:21.655" v="242" actId="14100"/>
        <pc:sldMkLst>
          <pc:docMk/>
          <pc:sldMk cId="0" sldId="258"/>
        </pc:sldMkLst>
        <pc:spChg chg="mod">
          <ac:chgData name="Sarthak Choudhary" userId="b43b5f7d4080fa54" providerId="LiveId" clId="{F439377E-4241-4D0F-B98A-CB434FF1D0D7}" dt="2026-06-28T13:08:39.300" v="127" actId="404"/>
          <ac:spMkLst>
            <pc:docMk/>
            <pc:sldMk cId="0" sldId="258"/>
            <ac:spMk id="3" creationId="{00000000-0000-0000-0000-000000000000}"/>
          </ac:spMkLst>
        </pc:spChg>
        <pc:spChg chg="mod">
          <ac:chgData name="Sarthak Choudhary" userId="b43b5f7d4080fa54" providerId="LiveId" clId="{F439377E-4241-4D0F-B98A-CB434FF1D0D7}" dt="2026-06-28T13:08:45.881" v="129" actId="1076"/>
          <ac:spMkLst>
            <pc:docMk/>
            <pc:sldMk cId="0" sldId="258"/>
            <ac:spMk id="4" creationId="{00000000-0000-0000-0000-000000000000}"/>
          </ac:spMkLst>
        </pc:spChg>
        <pc:spChg chg="mod">
          <ac:chgData name="Sarthak Choudhary" userId="b43b5f7d4080fa54" providerId="LiveId" clId="{F439377E-4241-4D0F-B98A-CB434FF1D0D7}" dt="2026-06-28T13:15:48.114" v="200" actId="207"/>
          <ac:spMkLst>
            <pc:docMk/>
            <pc:sldMk cId="0" sldId="258"/>
            <ac:spMk id="9" creationId="{00000000-0000-0000-0000-000000000000}"/>
          </ac:spMkLst>
        </pc:spChg>
        <pc:spChg chg="mod">
          <ac:chgData name="Sarthak Choudhary" userId="b43b5f7d4080fa54" providerId="LiveId" clId="{F439377E-4241-4D0F-B98A-CB434FF1D0D7}" dt="2026-06-28T13:15:54.842" v="201" actId="207"/>
          <ac:spMkLst>
            <pc:docMk/>
            <pc:sldMk cId="0" sldId="258"/>
            <ac:spMk id="14" creationId="{00000000-0000-0000-0000-000000000000}"/>
          </ac:spMkLst>
        </pc:spChg>
        <pc:spChg chg="mod">
          <ac:chgData name="Sarthak Choudhary" userId="b43b5f7d4080fa54" providerId="LiveId" clId="{F439377E-4241-4D0F-B98A-CB434FF1D0D7}" dt="2026-06-28T13:15:59.228" v="202" actId="207"/>
          <ac:spMkLst>
            <pc:docMk/>
            <pc:sldMk cId="0" sldId="258"/>
            <ac:spMk id="19" creationId="{00000000-0000-0000-0000-000000000000}"/>
          </ac:spMkLst>
        </pc:spChg>
        <pc:spChg chg="mod">
          <ac:chgData name="Sarthak Choudhary" userId="b43b5f7d4080fa54" providerId="LiveId" clId="{F439377E-4241-4D0F-B98A-CB434FF1D0D7}" dt="2026-06-28T13:16:05.298" v="203" actId="207"/>
          <ac:spMkLst>
            <pc:docMk/>
            <pc:sldMk cId="0" sldId="258"/>
            <ac:spMk id="24" creationId="{00000000-0000-0000-0000-000000000000}"/>
          </ac:spMkLst>
        </pc:spChg>
        <pc:spChg chg="mod">
          <ac:chgData name="Sarthak Choudhary" userId="b43b5f7d4080fa54" providerId="LiveId" clId="{F439377E-4241-4D0F-B98A-CB434FF1D0D7}" dt="2026-06-28T13:16:27.633" v="206" actId="14100"/>
          <ac:spMkLst>
            <pc:docMk/>
            <pc:sldMk cId="0" sldId="258"/>
            <ac:spMk id="29" creationId="{00000000-0000-0000-0000-000000000000}"/>
          </ac:spMkLst>
        </pc:spChg>
        <pc:spChg chg="mod">
          <ac:chgData name="Sarthak Choudhary" userId="b43b5f7d4080fa54" providerId="LiveId" clId="{F439377E-4241-4D0F-B98A-CB434FF1D0D7}" dt="2026-06-28T13:16:30.487" v="207" actId="1076"/>
          <ac:spMkLst>
            <pc:docMk/>
            <pc:sldMk cId="0" sldId="258"/>
            <ac:spMk id="30" creationId="{00000000-0000-0000-0000-000000000000}"/>
          </ac:spMkLst>
        </pc:spChg>
        <pc:spChg chg="mod">
          <ac:chgData name="Sarthak Choudhary" userId="b43b5f7d4080fa54" providerId="LiveId" clId="{F439377E-4241-4D0F-B98A-CB434FF1D0D7}" dt="2026-06-28T13:08:55.422" v="132" actId="404"/>
          <ac:spMkLst>
            <pc:docMk/>
            <pc:sldMk cId="0" sldId="258"/>
            <ac:spMk id="31" creationId="{00000000-0000-0000-0000-000000000000}"/>
          </ac:spMkLst>
        </pc:spChg>
        <pc:spChg chg="mod">
          <ac:chgData name="Sarthak Choudhary" userId="b43b5f7d4080fa54" providerId="LiveId" clId="{F439377E-4241-4D0F-B98A-CB434FF1D0D7}" dt="2026-06-28T13:07:45.449" v="104" actId="403"/>
          <ac:spMkLst>
            <pc:docMk/>
            <pc:sldMk cId="0" sldId="258"/>
            <ac:spMk id="32" creationId="{00000000-0000-0000-0000-000000000000}"/>
          </ac:spMkLst>
        </pc:spChg>
        <pc:spChg chg="mod">
          <ac:chgData name="Sarthak Choudhary" userId="b43b5f7d4080fa54" providerId="LiveId" clId="{F439377E-4241-4D0F-B98A-CB434FF1D0D7}" dt="2026-06-28T13:16:13.440" v="204" actId="207"/>
          <ac:spMkLst>
            <pc:docMk/>
            <pc:sldMk cId="0" sldId="258"/>
            <ac:spMk id="34" creationId="{00000000-0000-0000-0000-000000000000}"/>
          </ac:spMkLst>
        </pc:spChg>
        <pc:spChg chg="mod">
          <ac:chgData name="Sarthak Choudhary" userId="b43b5f7d4080fa54" providerId="LiveId" clId="{F439377E-4241-4D0F-B98A-CB434FF1D0D7}" dt="2026-06-28T13:08:11.008" v="117" actId="14100"/>
          <ac:spMkLst>
            <pc:docMk/>
            <pc:sldMk cId="0" sldId="258"/>
            <ac:spMk id="35" creationId="{00000000-0000-0000-0000-000000000000}"/>
          </ac:spMkLst>
        </pc:spChg>
        <pc:spChg chg="mod">
          <ac:chgData name="Sarthak Choudhary" userId="b43b5f7d4080fa54" providerId="LiveId" clId="{F439377E-4241-4D0F-B98A-CB434FF1D0D7}" dt="2026-06-28T13:08:02.158" v="113" actId="14100"/>
          <ac:spMkLst>
            <pc:docMk/>
            <pc:sldMk cId="0" sldId="258"/>
            <ac:spMk id="37" creationId="{00000000-0000-0000-0000-000000000000}"/>
          </ac:spMkLst>
        </pc:spChg>
        <pc:spChg chg="mod">
          <ac:chgData name="Sarthak Choudhary" userId="b43b5f7d4080fa54" providerId="LiveId" clId="{F439377E-4241-4D0F-B98A-CB434FF1D0D7}" dt="2026-06-28T13:08:15.526" v="119" actId="14100"/>
          <ac:spMkLst>
            <pc:docMk/>
            <pc:sldMk cId="0" sldId="258"/>
            <ac:spMk id="39" creationId="{00000000-0000-0000-0000-000000000000}"/>
          </ac:spMkLst>
        </pc:spChg>
        <pc:spChg chg="mod">
          <ac:chgData name="Sarthak Choudhary" userId="b43b5f7d4080fa54" providerId="LiveId" clId="{F439377E-4241-4D0F-B98A-CB434FF1D0D7}" dt="2026-06-28T13:08:20.448" v="121" actId="14100"/>
          <ac:spMkLst>
            <pc:docMk/>
            <pc:sldMk cId="0" sldId="258"/>
            <ac:spMk id="41" creationId="{00000000-0000-0000-0000-000000000000}"/>
          </ac:spMkLst>
        </pc:spChg>
        <pc:spChg chg="mod">
          <ac:chgData name="Sarthak Choudhary" userId="b43b5f7d4080fa54" providerId="LiveId" clId="{F439377E-4241-4D0F-B98A-CB434FF1D0D7}" dt="2026-06-28T13:08:29.993" v="125" actId="14100"/>
          <ac:spMkLst>
            <pc:docMk/>
            <pc:sldMk cId="0" sldId="258"/>
            <ac:spMk id="43" creationId="{00000000-0000-0000-0000-000000000000}"/>
          </ac:spMkLst>
        </pc:spChg>
        <pc:spChg chg="mod">
          <ac:chgData name="Sarthak Choudhary" userId="b43b5f7d4080fa54" providerId="LiveId" clId="{F439377E-4241-4D0F-B98A-CB434FF1D0D7}" dt="2026-06-28T13:08:24.692" v="123" actId="14100"/>
          <ac:spMkLst>
            <pc:docMk/>
            <pc:sldMk cId="0" sldId="258"/>
            <ac:spMk id="44" creationId="{00000000-0000-0000-0000-000000000000}"/>
          </ac:spMkLst>
        </pc:spChg>
        <pc:picChg chg="mod">
          <ac:chgData name="Sarthak Choudhary" userId="b43b5f7d4080fa54" providerId="LiveId" clId="{F439377E-4241-4D0F-B98A-CB434FF1D0D7}" dt="2026-06-28T13:19:21.655" v="242" actId="14100"/>
          <ac:picMkLst>
            <pc:docMk/>
            <pc:sldMk cId="0" sldId="258"/>
            <ac:picMk id="12" creationId="{00000000-0000-0000-0000-000000000000}"/>
          </ac:picMkLst>
        </pc:picChg>
      </pc:sldChg>
      <pc:sldChg chg="modSp mod">
        <pc:chgData name="Sarthak Choudhary" userId="b43b5f7d4080fa54" providerId="LiveId" clId="{F439377E-4241-4D0F-B98A-CB434FF1D0D7}" dt="2026-06-28T13:09:19.267" v="136" actId="207"/>
        <pc:sldMkLst>
          <pc:docMk/>
          <pc:sldMk cId="0" sldId="259"/>
        </pc:sldMkLst>
        <pc:spChg chg="mod">
          <ac:chgData name="Sarthak Choudhary" userId="b43b5f7d4080fa54" providerId="LiveId" clId="{F439377E-4241-4D0F-B98A-CB434FF1D0D7}" dt="2026-06-28T13:09:08.651" v="134" actId="207"/>
          <ac:spMkLst>
            <pc:docMk/>
            <pc:sldMk cId="0" sldId="259"/>
            <ac:spMk id="17" creationId="{00000000-0000-0000-0000-000000000000}"/>
          </ac:spMkLst>
        </pc:spChg>
        <pc:spChg chg="mod">
          <ac:chgData name="Sarthak Choudhary" userId="b43b5f7d4080fa54" providerId="LiveId" clId="{F439377E-4241-4D0F-B98A-CB434FF1D0D7}" dt="2026-06-28T13:09:03.782" v="133" actId="207"/>
          <ac:spMkLst>
            <pc:docMk/>
            <pc:sldMk cId="0" sldId="259"/>
            <ac:spMk id="27" creationId="{00000000-0000-0000-0000-000000000000}"/>
          </ac:spMkLst>
        </pc:spChg>
        <pc:spChg chg="mod">
          <ac:chgData name="Sarthak Choudhary" userId="b43b5f7d4080fa54" providerId="LiveId" clId="{F439377E-4241-4D0F-B98A-CB434FF1D0D7}" dt="2026-06-28T13:09:14.563" v="135" actId="207"/>
          <ac:spMkLst>
            <pc:docMk/>
            <pc:sldMk cId="0" sldId="259"/>
            <ac:spMk id="37" creationId="{00000000-0000-0000-0000-000000000000}"/>
          </ac:spMkLst>
        </pc:spChg>
        <pc:spChg chg="mod">
          <ac:chgData name="Sarthak Choudhary" userId="b43b5f7d4080fa54" providerId="LiveId" clId="{F439377E-4241-4D0F-B98A-CB434FF1D0D7}" dt="2026-06-28T13:09:19.267" v="136" actId="207"/>
          <ac:spMkLst>
            <pc:docMk/>
            <pc:sldMk cId="0" sldId="259"/>
            <ac:spMk id="49" creationId="{00000000-0000-0000-0000-000000000000}"/>
          </ac:spMkLst>
        </pc:spChg>
      </pc:sldChg>
      <pc:sldChg chg="modSp mod">
        <pc:chgData name="Sarthak Choudhary" userId="b43b5f7d4080fa54" providerId="LiveId" clId="{F439377E-4241-4D0F-B98A-CB434FF1D0D7}" dt="2026-06-28T13:17:10.325" v="214" actId="14100"/>
        <pc:sldMkLst>
          <pc:docMk/>
          <pc:sldMk cId="0" sldId="261"/>
        </pc:sldMkLst>
        <pc:picChg chg="mod">
          <ac:chgData name="Sarthak Choudhary" userId="b43b5f7d4080fa54" providerId="LiveId" clId="{F439377E-4241-4D0F-B98A-CB434FF1D0D7}" dt="2026-06-28T13:17:10.325" v="214" actId="14100"/>
          <ac:picMkLst>
            <pc:docMk/>
            <pc:sldMk cId="0" sldId="261"/>
            <ac:picMk id="34" creationId="{7FB09FCF-C9D3-E552-7D7D-2EF56BD32F29}"/>
          </ac:picMkLst>
        </pc:picChg>
      </pc:sldChg>
      <pc:sldChg chg="del">
        <pc:chgData name="Sarthak Choudhary" userId="b43b5f7d4080fa54" providerId="LiveId" clId="{F439377E-4241-4D0F-B98A-CB434FF1D0D7}" dt="2026-06-28T13:13:24.077" v="171" actId="2696"/>
        <pc:sldMkLst>
          <pc:docMk/>
          <pc:sldMk cId="0" sldId="262"/>
        </pc:sldMkLst>
      </pc:sldChg>
      <pc:sldChg chg="modSp mod">
        <pc:chgData name="Sarthak Choudhary" userId="b43b5f7d4080fa54" providerId="LiveId" clId="{F439377E-4241-4D0F-B98A-CB434FF1D0D7}" dt="2026-06-28T13:17:01.525" v="211" actId="14100"/>
        <pc:sldMkLst>
          <pc:docMk/>
          <pc:sldMk cId="0" sldId="263"/>
        </pc:sldMkLst>
        <pc:spChg chg="mod">
          <ac:chgData name="Sarthak Choudhary" userId="b43b5f7d4080fa54" providerId="LiveId" clId="{F439377E-4241-4D0F-B98A-CB434FF1D0D7}" dt="2026-06-28T13:11:50.615" v="159" actId="207"/>
          <ac:spMkLst>
            <pc:docMk/>
            <pc:sldMk cId="0" sldId="263"/>
            <ac:spMk id="20" creationId="{00000000-0000-0000-0000-000000000000}"/>
          </ac:spMkLst>
        </pc:spChg>
        <pc:spChg chg="mod">
          <ac:chgData name="Sarthak Choudhary" userId="b43b5f7d4080fa54" providerId="LiveId" clId="{F439377E-4241-4D0F-B98A-CB434FF1D0D7}" dt="2026-06-28T13:12:00.594" v="160" actId="207"/>
          <ac:spMkLst>
            <pc:docMk/>
            <pc:sldMk cId="0" sldId="263"/>
            <ac:spMk id="24" creationId="{00000000-0000-0000-0000-000000000000}"/>
          </ac:spMkLst>
        </pc:spChg>
        <pc:spChg chg="mod">
          <ac:chgData name="Sarthak Choudhary" userId="b43b5f7d4080fa54" providerId="LiveId" clId="{F439377E-4241-4D0F-B98A-CB434FF1D0D7}" dt="2026-06-28T13:12:05.296" v="161" actId="207"/>
          <ac:spMkLst>
            <pc:docMk/>
            <pc:sldMk cId="0" sldId="263"/>
            <ac:spMk id="28" creationId="{00000000-0000-0000-0000-000000000000}"/>
          </ac:spMkLst>
        </pc:spChg>
        <pc:picChg chg="mod">
          <ac:chgData name="Sarthak Choudhary" userId="b43b5f7d4080fa54" providerId="LiveId" clId="{F439377E-4241-4D0F-B98A-CB434FF1D0D7}" dt="2026-06-28T13:17:01.525" v="211" actId="14100"/>
          <ac:picMkLst>
            <pc:docMk/>
            <pc:sldMk cId="0" sldId="263"/>
            <ac:picMk id="29" creationId="{00000000-0000-0000-0000-000000000000}"/>
          </ac:picMkLst>
        </pc:picChg>
      </pc:sldChg>
      <pc:sldChg chg="modSp mod">
        <pc:chgData name="Sarthak Choudhary" userId="b43b5f7d4080fa54" providerId="LiveId" clId="{F439377E-4241-4D0F-B98A-CB434FF1D0D7}" dt="2026-06-28T13:12:54.988" v="170" actId="403"/>
        <pc:sldMkLst>
          <pc:docMk/>
          <pc:sldMk cId="0" sldId="264"/>
        </pc:sldMkLst>
        <pc:spChg chg="mod">
          <ac:chgData name="Sarthak Choudhary" userId="b43b5f7d4080fa54" providerId="LiveId" clId="{F439377E-4241-4D0F-B98A-CB434FF1D0D7}" dt="2026-06-28T13:12:54.988" v="170" actId="403"/>
          <ac:spMkLst>
            <pc:docMk/>
            <pc:sldMk cId="0" sldId="264"/>
            <ac:spMk id="2" creationId="{00000000-0000-0000-0000-000000000000}"/>
          </ac:spMkLst>
        </pc:spChg>
      </pc:sldChg>
      <pc:sldChg chg="modSp mod">
        <pc:chgData name="Sarthak Choudhary" userId="b43b5f7d4080fa54" providerId="LiveId" clId="{F439377E-4241-4D0F-B98A-CB434FF1D0D7}" dt="2026-06-28T13:16:53.545" v="209" actId="14100"/>
        <pc:sldMkLst>
          <pc:docMk/>
          <pc:sldMk cId="0" sldId="265"/>
        </pc:sldMkLst>
        <pc:spChg chg="mod">
          <ac:chgData name="Sarthak Choudhary" userId="b43b5f7d4080fa54" providerId="LiveId" clId="{F439377E-4241-4D0F-B98A-CB434FF1D0D7}" dt="2026-06-28T13:12:31.428" v="165" actId="403"/>
          <ac:spMkLst>
            <pc:docMk/>
            <pc:sldMk cId="0" sldId="265"/>
            <ac:spMk id="4" creationId="{00000000-0000-0000-0000-000000000000}"/>
          </ac:spMkLst>
        </pc:spChg>
        <pc:spChg chg="mod">
          <ac:chgData name="Sarthak Choudhary" userId="b43b5f7d4080fa54" providerId="LiveId" clId="{F439377E-4241-4D0F-B98A-CB434FF1D0D7}" dt="2026-06-28T13:12:15.955" v="162" actId="113"/>
          <ac:spMkLst>
            <pc:docMk/>
            <pc:sldMk cId="0" sldId="265"/>
            <ac:spMk id="10" creationId="{00000000-0000-0000-0000-000000000000}"/>
          </ac:spMkLst>
        </pc:spChg>
        <pc:picChg chg="mod">
          <ac:chgData name="Sarthak Choudhary" userId="b43b5f7d4080fa54" providerId="LiveId" clId="{F439377E-4241-4D0F-B98A-CB434FF1D0D7}" dt="2026-06-28T13:16:53.545" v="209" actId="14100"/>
          <ac:picMkLst>
            <pc:docMk/>
            <pc:sldMk cId="0" sldId="265"/>
            <ac:picMk id="15" creationId="{D38B4B47-C28B-4E55-986A-0D0E7305E3E6}"/>
          </ac:picMkLst>
        </pc:picChg>
      </pc:sldChg>
      <pc:sldChg chg="addSp modSp new mod ord">
        <pc:chgData name="Sarthak Choudhary" userId="b43b5f7d4080fa54" providerId="LiveId" clId="{F439377E-4241-4D0F-B98A-CB434FF1D0D7}" dt="2026-06-28T13:14:02.656" v="190" actId="14100"/>
        <pc:sldMkLst>
          <pc:docMk/>
          <pc:sldMk cId="2617202697" sldId="266"/>
        </pc:sldMkLst>
        <pc:spChg chg="mod">
          <ac:chgData name="Sarthak Choudhary" userId="b43b5f7d4080fa54" providerId="LiveId" clId="{F439377E-4241-4D0F-B98A-CB434FF1D0D7}" dt="2026-06-28T13:10:43.439" v="153" actId="207"/>
          <ac:spMkLst>
            <pc:docMk/>
            <pc:sldMk cId="2617202697" sldId="266"/>
            <ac:spMk id="2" creationId="{D8B25027-E47F-D945-FAFB-AF57FC8B5D1E}"/>
          </ac:spMkLst>
        </pc:spChg>
        <pc:spChg chg="add mod">
          <ac:chgData name="Sarthak Choudhary" userId="b43b5f7d4080fa54" providerId="LiveId" clId="{F439377E-4241-4D0F-B98A-CB434FF1D0D7}" dt="2026-06-28T13:10:32.806" v="150" actId="404"/>
          <ac:spMkLst>
            <pc:docMk/>
            <pc:sldMk cId="2617202697" sldId="266"/>
            <ac:spMk id="3" creationId="{FF6F6E09-79DE-CE81-D275-F7F9C3568700}"/>
          </ac:spMkLst>
        </pc:spChg>
        <pc:spChg chg="mod">
          <ac:chgData name="Sarthak Choudhary" userId="b43b5f7d4080fa54" providerId="LiveId" clId="{F439377E-4241-4D0F-B98A-CB434FF1D0D7}" dt="2026-06-28T13:02:04.720" v="17" actId="1076"/>
          <ac:spMkLst>
            <pc:docMk/>
            <pc:sldMk cId="2617202697" sldId="266"/>
            <ac:spMk id="4" creationId="{94CC6DB6-64F9-D720-8765-9C8757A09082}"/>
          </ac:spMkLst>
        </pc:spChg>
        <pc:spChg chg="add mod">
          <ac:chgData name="Sarthak Choudhary" userId="b43b5f7d4080fa54" providerId="LiveId" clId="{F439377E-4241-4D0F-B98A-CB434FF1D0D7}" dt="2026-06-28T13:09:30.370" v="137" actId="207"/>
          <ac:spMkLst>
            <pc:docMk/>
            <pc:sldMk cId="2617202697" sldId="266"/>
            <ac:spMk id="5" creationId="{B8552A8E-6D24-AEF6-7BD6-CB37C4D0C4A7}"/>
          </ac:spMkLst>
        </pc:spChg>
        <pc:spChg chg="add mod">
          <ac:chgData name="Sarthak Choudhary" userId="b43b5f7d4080fa54" providerId="LiveId" clId="{F439377E-4241-4D0F-B98A-CB434FF1D0D7}" dt="2026-06-28T13:02:39.194" v="29" actId="14100"/>
          <ac:spMkLst>
            <pc:docMk/>
            <pc:sldMk cId="2617202697" sldId="266"/>
            <ac:spMk id="6" creationId="{9323369C-DDC7-4D79-515E-E91EEB21AF14}"/>
          </ac:spMkLst>
        </pc:spChg>
        <pc:spChg chg="add mod">
          <ac:chgData name="Sarthak Choudhary" userId="b43b5f7d4080fa54" providerId="LiveId" clId="{F439377E-4241-4D0F-B98A-CB434FF1D0D7}" dt="2026-06-28T13:13:49.589" v="187" actId="14100"/>
          <ac:spMkLst>
            <pc:docMk/>
            <pc:sldMk cId="2617202697" sldId="266"/>
            <ac:spMk id="7" creationId="{A1F13996-A93E-AF55-8BDA-69E63E36069A}"/>
          </ac:spMkLst>
        </pc:spChg>
        <pc:spChg chg="mod">
          <ac:chgData name="Sarthak Choudhary" userId="b43b5f7d4080fa54" providerId="LiveId" clId="{F439377E-4241-4D0F-B98A-CB434FF1D0D7}" dt="2026-06-28T13:11:16.101" v="155" actId="207"/>
          <ac:spMkLst>
            <pc:docMk/>
            <pc:sldMk cId="2617202697" sldId="266"/>
            <ac:spMk id="8" creationId="{0F3F07C2-FF70-2DF5-FA34-A4AA8B481B65}"/>
          </ac:spMkLst>
        </pc:spChg>
        <pc:spChg chg="add mod">
          <ac:chgData name="Sarthak Choudhary" userId="b43b5f7d4080fa54" providerId="LiveId" clId="{F439377E-4241-4D0F-B98A-CB434FF1D0D7}" dt="2026-06-28T13:11:09.144" v="154" actId="207"/>
          <ac:spMkLst>
            <pc:docMk/>
            <pc:sldMk cId="2617202697" sldId="266"/>
            <ac:spMk id="9" creationId="{B8D3E7B1-BF5D-79E3-5492-8BC7471A5B6F}"/>
          </ac:spMkLst>
        </pc:spChg>
        <pc:spChg chg="add mod">
          <ac:chgData name="Sarthak Choudhary" userId="b43b5f7d4080fa54" providerId="LiveId" clId="{F439377E-4241-4D0F-B98A-CB434FF1D0D7}" dt="2026-06-28T13:05:30.331" v="81" actId="207"/>
          <ac:spMkLst>
            <pc:docMk/>
            <pc:sldMk cId="2617202697" sldId="266"/>
            <ac:spMk id="10" creationId="{AF602E38-704B-4D9A-1F12-66DA8D630EBD}"/>
          </ac:spMkLst>
        </pc:spChg>
        <pc:spChg chg="add mod">
          <ac:chgData name="Sarthak Choudhary" userId="b43b5f7d4080fa54" providerId="LiveId" clId="{F439377E-4241-4D0F-B98A-CB434FF1D0D7}" dt="2026-06-28T13:09:37.319" v="138" actId="207"/>
          <ac:spMkLst>
            <pc:docMk/>
            <pc:sldMk cId="2617202697" sldId="266"/>
            <ac:spMk id="12" creationId="{CDDDBDD2-F5CA-4641-905B-A43A85A522E9}"/>
          </ac:spMkLst>
        </pc:spChg>
        <pc:spChg chg="mod">
          <ac:chgData name="Sarthak Choudhary" userId="b43b5f7d4080fa54" providerId="LiveId" clId="{F439377E-4241-4D0F-B98A-CB434FF1D0D7}" dt="2026-06-28T13:02:18.926" v="21" actId="403"/>
          <ac:spMkLst>
            <pc:docMk/>
            <pc:sldMk cId="2617202697" sldId="266"/>
            <ac:spMk id="13" creationId="{9CD318EE-BE37-39FB-691B-1153EFDD965F}"/>
          </ac:spMkLst>
        </pc:spChg>
        <pc:spChg chg="mod">
          <ac:chgData name="Sarthak Choudhary" userId="b43b5f7d4080fa54" providerId="LiveId" clId="{F439377E-4241-4D0F-B98A-CB434FF1D0D7}" dt="2026-06-28T13:13:54.589" v="188" actId="14100"/>
          <ac:spMkLst>
            <pc:docMk/>
            <pc:sldMk cId="2617202697" sldId="266"/>
            <ac:spMk id="14" creationId="{EA6F13E6-F729-F4BF-017F-F0E28BA8AB2A}"/>
          </ac:spMkLst>
        </pc:spChg>
        <pc:spChg chg="mod">
          <ac:chgData name="Sarthak Choudhary" userId="b43b5f7d4080fa54" providerId="LiveId" clId="{F439377E-4241-4D0F-B98A-CB434FF1D0D7}" dt="2026-06-28T13:11:23.550" v="156" actId="207"/>
          <ac:spMkLst>
            <pc:docMk/>
            <pc:sldMk cId="2617202697" sldId="266"/>
            <ac:spMk id="15" creationId="{A1112F78-5E26-E1F5-899D-6FCE8609C44F}"/>
          </ac:spMkLst>
        </pc:spChg>
        <pc:spChg chg="add mod">
          <ac:chgData name="Sarthak Choudhary" userId="b43b5f7d4080fa54" providerId="LiveId" clId="{F439377E-4241-4D0F-B98A-CB434FF1D0D7}" dt="2026-06-28T13:09:58.347" v="141" actId="207"/>
          <ac:spMkLst>
            <pc:docMk/>
            <pc:sldMk cId="2617202697" sldId="266"/>
            <ac:spMk id="16" creationId="{9144F0B7-45DD-08C4-501F-29C7B8AFEF52}"/>
          </ac:spMkLst>
        </pc:spChg>
        <pc:spChg chg="mod">
          <ac:chgData name="Sarthak Choudhary" userId="b43b5f7d4080fa54" providerId="LiveId" clId="{F439377E-4241-4D0F-B98A-CB434FF1D0D7}" dt="2026-06-28T13:05:26.311" v="80" actId="207"/>
          <ac:spMkLst>
            <pc:docMk/>
            <pc:sldMk cId="2617202697" sldId="266"/>
            <ac:spMk id="17" creationId="{592CB532-5292-6BF5-0EDA-15CA4DD84B38}"/>
          </ac:spMkLst>
        </pc:spChg>
        <pc:spChg chg="mod">
          <ac:chgData name="Sarthak Choudhary" userId="b43b5f7d4080fa54" providerId="LiveId" clId="{F439377E-4241-4D0F-B98A-CB434FF1D0D7}" dt="2026-06-28T13:09:41.506" v="139" actId="207"/>
          <ac:spMkLst>
            <pc:docMk/>
            <pc:sldMk cId="2617202697" sldId="266"/>
            <ac:spMk id="19" creationId="{D2B32E2A-9E1E-FA8C-2423-DC2E5F635E2C}"/>
          </ac:spMkLst>
        </pc:spChg>
        <pc:spChg chg="mod">
          <ac:chgData name="Sarthak Choudhary" userId="b43b5f7d4080fa54" providerId="LiveId" clId="{F439377E-4241-4D0F-B98A-CB434FF1D0D7}" dt="2026-06-28T13:02:24.855" v="24" actId="403"/>
          <ac:spMkLst>
            <pc:docMk/>
            <pc:sldMk cId="2617202697" sldId="266"/>
            <ac:spMk id="20" creationId="{596B2D45-79E0-9918-64B1-0D3E6F017C6E}"/>
          </ac:spMkLst>
        </pc:spChg>
        <pc:spChg chg="add mod">
          <ac:chgData name="Sarthak Choudhary" userId="b43b5f7d4080fa54" providerId="LiveId" clId="{F439377E-4241-4D0F-B98A-CB434FF1D0D7}" dt="2026-06-28T13:14:02.656" v="190" actId="14100"/>
          <ac:spMkLst>
            <pc:docMk/>
            <pc:sldMk cId="2617202697" sldId="266"/>
            <ac:spMk id="21" creationId="{2B31F5CC-38F6-AB52-FC03-ECA094CA284B}"/>
          </ac:spMkLst>
        </pc:spChg>
        <pc:spChg chg="add mod">
          <ac:chgData name="Sarthak Choudhary" userId="b43b5f7d4080fa54" providerId="LiveId" clId="{F439377E-4241-4D0F-B98A-CB434FF1D0D7}" dt="2026-06-28T13:11:29.035" v="157" actId="207"/>
          <ac:spMkLst>
            <pc:docMk/>
            <pc:sldMk cId="2617202697" sldId="266"/>
            <ac:spMk id="22" creationId="{03FBC10E-9218-FDE6-F379-0B66BFDE3622}"/>
          </ac:spMkLst>
        </pc:spChg>
        <pc:spChg chg="mod">
          <ac:chgData name="Sarthak Choudhary" userId="b43b5f7d4080fa54" providerId="LiveId" clId="{F439377E-4241-4D0F-B98A-CB434FF1D0D7}" dt="2026-06-28T13:10:06.783" v="142" actId="207"/>
          <ac:spMkLst>
            <pc:docMk/>
            <pc:sldMk cId="2617202697" sldId="266"/>
            <ac:spMk id="23" creationId="{FCC9C008-B169-6736-10EA-0168936150C9}"/>
          </ac:spMkLst>
        </pc:spChg>
        <pc:spChg chg="mod">
          <ac:chgData name="Sarthak Choudhary" userId="b43b5f7d4080fa54" providerId="LiveId" clId="{F439377E-4241-4D0F-B98A-CB434FF1D0D7}" dt="2026-06-28T13:10:20.691" v="147" actId="207"/>
          <ac:spMkLst>
            <pc:docMk/>
            <pc:sldMk cId="2617202697" sldId="266"/>
            <ac:spMk id="24" creationId="{91BB0A31-406E-0999-BC56-B681C1C164FD}"/>
          </ac:spMkLst>
        </pc:spChg>
      </pc:sldChg>
      <pc:sldChg chg="addSp modSp new del">
        <pc:chgData name="Sarthak Choudhary" userId="b43b5f7d4080fa54" providerId="LiveId" clId="{F439377E-4241-4D0F-B98A-CB434FF1D0D7}" dt="2026-06-28T12:58:20.338" v="10" actId="2696"/>
        <pc:sldMkLst>
          <pc:docMk/>
          <pc:sldMk cId="2722056361" sldId="266"/>
        </pc:sldMkLst>
        <pc:spChg chg="add mod">
          <ac:chgData name="Sarthak Choudhary" userId="b43b5f7d4080fa54" providerId="LiveId" clId="{F439377E-4241-4D0F-B98A-CB434FF1D0D7}" dt="2026-06-28T12:57:59.564" v="9"/>
          <ac:spMkLst>
            <pc:docMk/>
            <pc:sldMk cId="2722056361" sldId="266"/>
            <ac:spMk id="3" creationId="{E4A58F68-F651-C67D-6CC9-9D030D2A7E1D}"/>
          </ac:spMkLst>
        </pc:spChg>
        <pc:spChg chg="add mod">
          <ac:chgData name="Sarthak Choudhary" userId="b43b5f7d4080fa54" providerId="LiveId" clId="{F439377E-4241-4D0F-B98A-CB434FF1D0D7}" dt="2026-06-28T12:57:59.564" v="9"/>
          <ac:spMkLst>
            <pc:docMk/>
            <pc:sldMk cId="2722056361" sldId="266"/>
            <ac:spMk id="4" creationId="{9BE3C20A-8287-372A-41CD-8822FDBD9611}"/>
          </ac:spMkLst>
        </pc:spChg>
        <pc:spChg chg="add mod">
          <ac:chgData name="Sarthak Choudhary" userId="b43b5f7d4080fa54" providerId="LiveId" clId="{F439377E-4241-4D0F-B98A-CB434FF1D0D7}" dt="2026-06-28T12:57:59.564" v="9"/>
          <ac:spMkLst>
            <pc:docMk/>
            <pc:sldMk cId="2722056361" sldId="266"/>
            <ac:spMk id="5" creationId="{E3F7BD25-0A87-E7ED-7199-31D287C98807}"/>
          </ac:spMkLst>
        </pc:spChg>
        <pc:spChg chg="add mod">
          <ac:chgData name="Sarthak Choudhary" userId="b43b5f7d4080fa54" providerId="LiveId" clId="{F439377E-4241-4D0F-B98A-CB434FF1D0D7}" dt="2026-06-28T12:57:59.564" v="9"/>
          <ac:spMkLst>
            <pc:docMk/>
            <pc:sldMk cId="2722056361" sldId="266"/>
            <ac:spMk id="7" creationId="{74784964-D4FC-3692-DE9C-5328C48EED3F}"/>
          </ac:spMkLst>
        </pc:spChg>
        <pc:spChg chg="add mod">
          <ac:chgData name="Sarthak Choudhary" userId="b43b5f7d4080fa54" providerId="LiveId" clId="{F439377E-4241-4D0F-B98A-CB434FF1D0D7}" dt="2026-06-28T12:57:59.564" v="9"/>
          <ac:spMkLst>
            <pc:docMk/>
            <pc:sldMk cId="2722056361" sldId="266"/>
            <ac:spMk id="10" creationId="{F910433F-FAE1-989B-E00D-58F33C4192D6}"/>
          </ac:spMkLst>
        </pc:spChg>
        <pc:spChg chg="add mod">
          <ac:chgData name="Sarthak Choudhary" userId="b43b5f7d4080fa54" providerId="LiveId" clId="{F439377E-4241-4D0F-B98A-CB434FF1D0D7}" dt="2026-06-28T12:57:59.564" v="9"/>
          <ac:spMkLst>
            <pc:docMk/>
            <pc:sldMk cId="2722056361" sldId="266"/>
            <ac:spMk id="12" creationId="{DFE45B8C-2033-E11B-9DD1-3C0234A79ECC}"/>
          </ac:spMkLst>
        </pc:spChg>
        <pc:spChg chg="add mod">
          <ac:chgData name="Sarthak Choudhary" userId="b43b5f7d4080fa54" providerId="LiveId" clId="{F439377E-4241-4D0F-B98A-CB434FF1D0D7}" dt="2026-06-28T12:57:59.564" v="9"/>
          <ac:spMkLst>
            <pc:docMk/>
            <pc:sldMk cId="2722056361" sldId="266"/>
            <ac:spMk id="14" creationId="{D39E8CF1-B070-550D-2A01-6DBA4FFA60DC}"/>
          </ac:spMkLst>
        </pc:spChg>
        <pc:spChg chg="add mod">
          <ac:chgData name="Sarthak Choudhary" userId="b43b5f7d4080fa54" providerId="LiveId" clId="{F439377E-4241-4D0F-B98A-CB434FF1D0D7}" dt="2026-06-28T12:57:59.564" v="9"/>
          <ac:spMkLst>
            <pc:docMk/>
            <pc:sldMk cId="2722056361" sldId="266"/>
            <ac:spMk id="20" creationId="{C933401A-B4CF-AA50-4E9E-D81C674DBF8C}"/>
          </ac:spMkLst>
        </pc:spChg>
        <pc:spChg chg="add mod">
          <ac:chgData name="Sarthak Choudhary" userId="b43b5f7d4080fa54" providerId="LiveId" clId="{F439377E-4241-4D0F-B98A-CB434FF1D0D7}" dt="2026-06-28T12:57:59.564" v="9"/>
          <ac:spMkLst>
            <pc:docMk/>
            <pc:sldMk cId="2722056361" sldId="266"/>
            <ac:spMk id="25" creationId="{E6F05B5C-3B91-B4DD-14BB-D16432A59023}"/>
          </ac:spMkLst>
        </pc:spChg>
        <pc:spChg chg="add mod">
          <ac:chgData name="Sarthak Choudhary" userId="b43b5f7d4080fa54" providerId="LiveId" clId="{F439377E-4241-4D0F-B98A-CB434FF1D0D7}" dt="2026-06-28T12:57:59.564" v="9"/>
          <ac:spMkLst>
            <pc:docMk/>
            <pc:sldMk cId="2722056361" sldId="266"/>
            <ac:spMk id="26" creationId="{1394DEE2-66BE-A0F1-3075-C46EE28CEC1A}"/>
          </ac:spMkLst>
        </pc:spChg>
      </pc:sldChg>
      <pc:sldChg chg="new del">
        <pc:chgData name="Sarthak Choudhary" userId="b43b5f7d4080fa54" providerId="LiveId" clId="{F439377E-4241-4D0F-B98A-CB434FF1D0D7}" dt="2026-06-28T12:57:06.492" v="2" actId="2696"/>
        <pc:sldMkLst>
          <pc:docMk/>
          <pc:sldMk cId="2848680349" sldId="266"/>
        </pc:sldMkLst>
      </pc:sldChg>
      <pc:sldChg chg="new del">
        <pc:chgData name="Sarthak Choudhary" userId="b43b5f7d4080fa54" providerId="LiveId" clId="{F439377E-4241-4D0F-B98A-CB434FF1D0D7}" dt="2026-06-28T12:57:10.245" v="3" actId="2696"/>
        <pc:sldMkLst>
          <pc:docMk/>
          <pc:sldMk cId="1416381425" sldId="267"/>
        </pc:sldMkLst>
      </pc:sldChg>
      <pc:sldChg chg="add del">
        <pc:chgData name="Sarthak Choudhary" userId="b43b5f7d4080fa54" providerId="LiveId" clId="{F439377E-4241-4D0F-B98A-CB434FF1D0D7}" dt="2026-06-28T12:57:43.507" v="8" actId="2696"/>
        <pc:sldMkLst>
          <pc:docMk/>
          <pc:sldMk cId="2061724856" sldId="267"/>
        </pc:sldMkLst>
      </pc:sldChg>
      <pc:sldChg chg="add del">
        <pc:chgData name="Sarthak Choudhary" userId="b43b5f7d4080fa54" providerId="LiveId" clId="{F439377E-4241-4D0F-B98A-CB434FF1D0D7}" dt="2026-06-28T12:57:30.089" v="6" actId="2696"/>
        <pc:sldMkLst>
          <pc:docMk/>
          <pc:sldMk cId="3432024536" sldId="26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4190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6.jp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chemeClr val="accent6">
              <a:lumMod val="60000"/>
              <a:lumOff val="40000"/>
            </a:schemeClr>
          </a:solidFill>
          <a:ln/>
        </p:spPr>
        <p:txBody>
          <a:bodyPr/>
          <a:lstStyle/>
          <a:p>
            <a:endParaRPr lang="en-IN">
              <a:solidFill>
                <a:schemeClr val="accent3">
                  <a:lumMod val="40000"/>
                  <a:lumOff val="60000"/>
                </a:schemeClr>
              </a:solidFill>
            </a:endParaRPr>
          </a:p>
        </p:txBody>
      </p:sp>
      <p:sp>
        <p:nvSpPr>
          <p:cNvPr id="3" name="Text 1"/>
          <p:cNvSpPr/>
          <p:nvPr/>
        </p:nvSpPr>
        <p:spPr>
          <a:xfrm>
            <a:off x="182880" y="502920"/>
            <a:ext cx="8686800" cy="365760"/>
          </a:xfrm>
          <a:prstGeom prst="rect">
            <a:avLst/>
          </a:prstGeom>
          <a:noFill/>
          <a:ln/>
        </p:spPr>
        <p:txBody>
          <a:bodyPr wrap="square" lIns="0" tIns="0" rIns="0" bIns="0" rtlCol="0" anchor="ctr"/>
          <a:lstStyle/>
          <a:p>
            <a:pPr marL="0" indent="0">
              <a:buNone/>
            </a:pPr>
            <a:r>
              <a:rPr lang="en-US" b="1" kern="0" spc="300" dirty="0">
                <a:solidFill>
                  <a:schemeClr val="accent6">
                    <a:lumMod val="75000"/>
                  </a:schemeClr>
                </a:solidFill>
                <a:latin typeface="Calibri" pitchFamily="34" charset="0"/>
                <a:ea typeface="Calibri" pitchFamily="34" charset="-122"/>
                <a:cs typeface="Calibri" pitchFamily="34" charset="-120"/>
              </a:rPr>
              <a:t>BUILDING FOR BHARAT WITH AGENTIC AI</a:t>
            </a:r>
            <a:endParaRPr lang="en-US" dirty="0">
              <a:solidFill>
                <a:schemeClr val="accent6">
                  <a:lumMod val="75000"/>
                </a:schemeClr>
              </a:solidFill>
            </a:endParaRPr>
          </a:p>
        </p:txBody>
      </p:sp>
      <p:sp>
        <p:nvSpPr>
          <p:cNvPr id="4" name="Text 2"/>
          <p:cNvSpPr/>
          <p:nvPr/>
        </p:nvSpPr>
        <p:spPr>
          <a:xfrm>
            <a:off x="228600" y="1143000"/>
            <a:ext cx="9052560" cy="1188720"/>
          </a:xfrm>
          <a:prstGeom prst="rect">
            <a:avLst/>
          </a:prstGeom>
          <a:noFill/>
          <a:ln/>
        </p:spPr>
        <p:txBody>
          <a:bodyPr wrap="square" lIns="0" tIns="0" rIns="0" bIns="0" rtlCol="0" anchor="ctr"/>
          <a:lstStyle/>
          <a:p>
            <a:pPr marL="0" indent="0">
              <a:buNone/>
            </a:pPr>
            <a:r>
              <a:rPr lang="en-US" sz="4000" b="1" dirty="0">
                <a:solidFill>
                  <a:srgbClr val="2C3E2B"/>
                </a:solidFill>
                <a:latin typeface="Cambria" pitchFamily="34" charset="0"/>
                <a:ea typeface="Cambria" pitchFamily="34" charset="-122"/>
                <a:cs typeface="Cambria" pitchFamily="34" charset="-120"/>
              </a:rPr>
              <a:t>Haq Agent</a:t>
            </a:r>
            <a:endParaRPr lang="en-US" sz="4000" dirty="0"/>
          </a:p>
        </p:txBody>
      </p:sp>
      <p:sp>
        <p:nvSpPr>
          <p:cNvPr id="5" name="Text 3"/>
          <p:cNvSpPr/>
          <p:nvPr/>
        </p:nvSpPr>
        <p:spPr>
          <a:xfrm>
            <a:off x="228600" y="2331719"/>
            <a:ext cx="7726680" cy="1289303"/>
          </a:xfrm>
          <a:prstGeom prst="rect">
            <a:avLst/>
          </a:prstGeom>
          <a:noFill/>
          <a:ln/>
        </p:spPr>
        <p:txBody>
          <a:bodyPr wrap="square" lIns="0" tIns="0" rIns="0" bIns="0" rtlCol="0" anchor="ctr"/>
          <a:lstStyle/>
          <a:p>
            <a:pPr marL="0" indent="0">
              <a:lnSpc>
                <a:spcPct val="130000"/>
              </a:lnSpc>
              <a:buNone/>
            </a:pPr>
            <a:r>
              <a:rPr lang="en-US" sz="2000" i="1" dirty="0">
                <a:latin typeface="Calibri" pitchFamily="34" charset="0"/>
                <a:ea typeface="Calibri" pitchFamily="34" charset="-122"/>
                <a:cs typeface="Calibri" pitchFamily="34" charset="-120"/>
              </a:rPr>
              <a:t>An AI agent that finds the government schemes people already qualify for — and helps them actually get the benefit.</a:t>
            </a:r>
            <a:endParaRPr lang="en-US" sz="2000" dirty="0"/>
          </a:p>
        </p:txBody>
      </p:sp>
      <p:pic>
        <p:nvPicPr>
          <p:cNvPr id="7" name="Image 0" descr="images/girls_row.jpg"/>
          <p:cNvPicPr>
            <a:picLocks noChangeAspect="1"/>
          </p:cNvPicPr>
          <p:nvPr/>
        </p:nvPicPr>
        <p:blipFill>
          <a:blip r:embed="rId3"/>
          <a:srcRect/>
          <a:stretch/>
        </p:blipFill>
        <p:spPr>
          <a:xfrm>
            <a:off x="8760543" y="466463"/>
            <a:ext cx="3122724" cy="2098225"/>
          </a:xfrm>
          <a:prstGeom prst="rect">
            <a:avLst/>
          </a:prstGeom>
          <a:ln>
            <a:noFill/>
          </a:ln>
          <a:effectLst>
            <a:outerShdw blurRad="292100" dist="139700" dir="2700000" algn="tl" rotWithShape="0">
              <a:srgbClr val="333333">
                <a:alpha val="65000"/>
              </a:srgbClr>
            </a:outerShdw>
          </a:effectLst>
        </p:spPr>
      </p:pic>
      <p:sp>
        <p:nvSpPr>
          <p:cNvPr id="8" name="Shape 5"/>
          <p:cNvSpPr/>
          <p:nvPr/>
        </p:nvSpPr>
        <p:spPr>
          <a:xfrm>
            <a:off x="0" y="4096512"/>
            <a:ext cx="7726680" cy="45719"/>
          </a:xfrm>
          <a:prstGeom prst="rect">
            <a:avLst/>
          </a:prstGeom>
          <a:solidFill>
            <a:schemeClr val="accent6">
              <a:lumMod val="60000"/>
              <a:lumOff val="40000"/>
            </a:schemeClr>
          </a:solidFill>
          <a:ln/>
        </p:spPr>
        <p:txBody>
          <a:bodyPr/>
          <a:lstStyle/>
          <a:p>
            <a:endParaRPr lang="en-IN"/>
          </a:p>
        </p:txBody>
      </p:sp>
      <p:sp>
        <p:nvSpPr>
          <p:cNvPr id="10" name="Text 6"/>
          <p:cNvSpPr/>
          <p:nvPr/>
        </p:nvSpPr>
        <p:spPr>
          <a:xfrm>
            <a:off x="182880" y="4526280"/>
            <a:ext cx="5913119" cy="1417320"/>
          </a:xfrm>
          <a:prstGeom prst="rect">
            <a:avLst/>
          </a:prstGeom>
          <a:noFill/>
          <a:ln/>
        </p:spPr>
        <p:txBody>
          <a:bodyPr wrap="square" lIns="0" tIns="0" rIns="0" bIns="0" rtlCol="0" anchor="ctr"/>
          <a:lstStyle/>
          <a:p>
            <a:pPr marL="0" indent="0">
              <a:lnSpc>
                <a:spcPct val="120000"/>
              </a:lnSpc>
              <a:buNone/>
            </a:pPr>
            <a:r>
              <a:rPr lang="en-US" sz="2100" b="1" dirty="0">
                <a:latin typeface="Calibri" pitchFamily="34" charset="0"/>
                <a:ea typeface="Calibri" pitchFamily="34" charset="-122"/>
                <a:cs typeface="Calibri" pitchFamily="34" charset="-120"/>
              </a:rPr>
              <a:t>Sneha Choudhary</a:t>
            </a:r>
            <a:endParaRPr lang="en-US" sz="2100" dirty="0"/>
          </a:p>
          <a:p>
            <a:pPr marL="0" indent="0">
              <a:lnSpc>
                <a:spcPct val="120000"/>
              </a:lnSpc>
              <a:buNone/>
            </a:pPr>
            <a:r>
              <a:rPr lang="en-US" dirty="0">
                <a:latin typeface="Calibri" pitchFamily="34" charset="0"/>
                <a:ea typeface="Calibri" pitchFamily="34" charset="-122"/>
                <a:cs typeface="Calibri" pitchFamily="34" charset="-120"/>
              </a:rPr>
              <a:t>B.Tech Final Year – CSE (Data Science)</a:t>
            </a:r>
            <a:endParaRPr lang="en-US" dirty="0"/>
          </a:p>
          <a:p>
            <a:pPr marL="0" indent="0">
              <a:lnSpc>
                <a:spcPct val="120000"/>
              </a:lnSpc>
              <a:buNone/>
            </a:pPr>
            <a:r>
              <a:rPr lang="en-US" dirty="0">
                <a:latin typeface="Calibri" pitchFamily="34" charset="0"/>
                <a:ea typeface="Calibri" pitchFamily="34" charset="-122"/>
                <a:cs typeface="Calibri" pitchFamily="34" charset="-120"/>
              </a:rPr>
              <a:t>School of Information Technology, RGPV Bhopal</a:t>
            </a:r>
            <a:endParaRPr lang="en-US" dirty="0"/>
          </a:p>
          <a:p>
            <a:pPr marL="0" indent="0">
              <a:lnSpc>
                <a:spcPct val="120000"/>
              </a:lnSpc>
              <a:buNone/>
            </a:pPr>
            <a:r>
              <a:rPr lang="en-US" dirty="0">
                <a:solidFill>
                  <a:schemeClr val="tx1">
                    <a:lumMod val="95000"/>
                    <a:lumOff val="5000"/>
                  </a:schemeClr>
                </a:solidFill>
                <a:latin typeface="Calibri" pitchFamily="34" charset="0"/>
                <a:ea typeface="Calibri" pitchFamily="34" charset="-122"/>
                <a:cs typeface="Calibri" pitchFamily="34" charset="-120"/>
              </a:rPr>
              <a:t>Participant: Individual (Round 2</a:t>
            </a:r>
            <a:r>
              <a:rPr lang="en-US" b="1" dirty="0">
                <a:solidFill>
                  <a:schemeClr val="tx1">
                    <a:lumMod val="95000"/>
                    <a:lumOff val="5000"/>
                  </a:schemeClr>
                </a:solidFill>
                <a:latin typeface="Calibri" pitchFamily="34" charset="0"/>
                <a:ea typeface="Calibri" pitchFamily="34" charset="-122"/>
                <a:cs typeface="Calibri" pitchFamily="34" charset="-120"/>
              </a:rPr>
              <a:t>)</a:t>
            </a:r>
            <a:endParaRPr lang="en-US" dirty="0">
              <a:solidFill>
                <a:schemeClr val="tx1">
                  <a:lumMod val="95000"/>
                  <a:lumOff val="5000"/>
                </a:schemeClr>
              </a:solidFill>
            </a:endParaRPr>
          </a:p>
        </p:txBody>
      </p:sp>
      <p:sp>
        <p:nvSpPr>
          <p:cNvPr id="11" name="Text 7"/>
          <p:cNvSpPr/>
          <p:nvPr/>
        </p:nvSpPr>
        <p:spPr>
          <a:xfrm>
            <a:off x="228600" y="6309360"/>
            <a:ext cx="9555480" cy="365760"/>
          </a:xfrm>
          <a:prstGeom prst="rect">
            <a:avLst/>
          </a:prstGeom>
          <a:noFill/>
          <a:ln/>
        </p:spPr>
        <p:txBody>
          <a:bodyPr wrap="square" lIns="0" tIns="0" rIns="0" bIns="0" rtlCol="0" anchor="ctr"/>
          <a:lstStyle/>
          <a:p>
            <a:pPr marL="0" indent="0">
              <a:buNone/>
            </a:pPr>
            <a:r>
              <a:rPr lang="en-US" sz="1600" b="1" dirty="0">
                <a:latin typeface="Calibri" pitchFamily="34" charset="0"/>
                <a:ea typeface="Calibri" pitchFamily="34" charset="-122"/>
                <a:cs typeface="Calibri" pitchFamily="34" charset="-120"/>
              </a:rPr>
              <a:t>ScriptedBy{Her} 2.0   |   Round 2: Idea Submission   |   Meesho x HackerEarth</a:t>
            </a:r>
            <a:endParaRPr lang="en-US" sz="1600" dirty="0"/>
          </a:p>
        </p:txBody>
      </p:sp>
      <p:pic>
        <p:nvPicPr>
          <p:cNvPr id="12" name="Picture 11" descr="nepali woman - women farmer india stock pictures, royalty-free photos &amp; images">
            <a:extLst>
              <a:ext uri="{FF2B5EF4-FFF2-40B4-BE49-F238E27FC236}">
                <a16:creationId xmlns:a16="http://schemas.microsoft.com/office/drawing/2014/main" id="{71AE7A03-691C-A3BB-9FB7-31B98F3DFBD2}"/>
              </a:ext>
            </a:extLst>
          </p:cNvPr>
          <p:cNvPicPr>
            <a:picLocks noChangeAspect="1"/>
          </p:cNvPicPr>
          <p:nvPr/>
        </p:nvPicPr>
        <p:blipFill>
          <a:blip r:embed="rId4"/>
          <a:stretch>
            <a:fillRect/>
          </a:stretch>
        </p:blipFill>
        <p:spPr>
          <a:xfrm>
            <a:off x="8760545" y="4092140"/>
            <a:ext cx="3122722" cy="2217221"/>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600" b="1" kern="0" spc="200" dirty="0">
                <a:solidFill>
                  <a:schemeClr val="accent6">
                    <a:lumMod val="75000"/>
                  </a:schemeClr>
                </a:solidFill>
                <a:latin typeface="Calibri" pitchFamily="34" charset="0"/>
                <a:ea typeface="Calibri" pitchFamily="34" charset="-122"/>
                <a:cs typeface="Calibri" pitchFamily="34" charset="-120"/>
              </a:rPr>
              <a:t>PROBLEM STATEMENT</a:t>
            </a:r>
            <a:endParaRPr lang="en-US" sz="1600" dirty="0">
              <a:solidFill>
                <a:schemeClr val="accent6">
                  <a:lumMod val="75000"/>
                </a:schemeClr>
              </a:solidFill>
            </a:endParaRPr>
          </a:p>
        </p:txBody>
      </p:sp>
      <p:sp>
        <p:nvSpPr>
          <p:cNvPr id="3" name="Text 1"/>
          <p:cNvSpPr/>
          <p:nvPr/>
        </p:nvSpPr>
        <p:spPr>
          <a:xfrm>
            <a:off x="640080" y="713232"/>
            <a:ext cx="10881360" cy="640080"/>
          </a:xfrm>
          <a:prstGeom prst="rect">
            <a:avLst/>
          </a:prstGeom>
          <a:noFill/>
          <a:ln/>
        </p:spPr>
        <p:txBody>
          <a:bodyPr wrap="square" lIns="0" tIns="0" rIns="0" bIns="0" rtlCol="0" anchor="ctr"/>
          <a:lstStyle/>
          <a:p>
            <a:pPr marL="0" indent="0">
              <a:lnSpc>
                <a:spcPct val="110000"/>
              </a:lnSpc>
              <a:buNone/>
            </a:pPr>
            <a:r>
              <a:rPr lang="en-US" b="1" dirty="0">
                <a:solidFill>
                  <a:srgbClr val="2C3E2B"/>
                </a:solidFill>
                <a:latin typeface="Cambria" pitchFamily="34" charset="0"/>
                <a:ea typeface="Cambria" pitchFamily="34" charset="-122"/>
                <a:cs typeface="Cambria" pitchFamily="34" charset="-120"/>
              </a:rPr>
              <a:t>It's not that schemes don't exist. It's that they never reach the people who need them most.</a:t>
            </a:r>
            <a:endParaRPr lang="en-US" dirty="0"/>
          </a:p>
        </p:txBody>
      </p:sp>
      <p:sp>
        <p:nvSpPr>
          <p:cNvPr id="4" name="Shape 2"/>
          <p:cNvSpPr/>
          <p:nvPr/>
        </p:nvSpPr>
        <p:spPr>
          <a:xfrm>
            <a:off x="640080" y="1691640"/>
            <a:ext cx="548640" cy="548640"/>
          </a:xfrm>
          <a:prstGeom prst="ellipse">
            <a:avLst/>
          </a:prstGeom>
          <a:solidFill>
            <a:schemeClr val="accent6">
              <a:lumMod val="60000"/>
              <a:lumOff val="40000"/>
            </a:schemeClr>
          </a:solidFill>
          <a:ln/>
        </p:spPr>
        <p:txBody>
          <a:bodyPr/>
          <a:lstStyle/>
          <a:p>
            <a:endParaRPr lang="en-IN"/>
          </a:p>
        </p:txBody>
      </p:sp>
      <p:sp>
        <p:nvSpPr>
          <p:cNvPr id="6" name="Text 3"/>
          <p:cNvSpPr/>
          <p:nvPr/>
        </p:nvSpPr>
        <p:spPr>
          <a:xfrm>
            <a:off x="1417320" y="1636776"/>
            <a:ext cx="9784080" cy="365760"/>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Awareness stops at exams, not opportunities</a:t>
            </a:r>
            <a:endParaRPr lang="en-US" sz="1600" dirty="0"/>
          </a:p>
        </p:txBody>
      </p:sp>
      <p:sp>
        <p:nvSpPr>
          <p:cNvPr id="7" name="Text 4"/>
          <p:cNvSpPr/>
          <p:nvPr/>
        </p:nvSpPr>
        <p:spPr>
          <a:xfrm>
            <a:off x="1417320" y="2020824"/>
            <a:ext cx="9784080" cy="969264"/>
          </a:xfrm>
          <a:prstGeom prst="rect">
            <a:avLst/>
          </a:prstGeom>
          <a:noFill/>
          <a:ln/>
        </p:spPr>
        <p:txBody>
          <a:bodyPr wrap="square" lIns="0" tIns="0" rIns="0" bIns="0" rtlCol="0" anchor="ctr"/>
          <a:lstStyle/>
          <a:p>
            <a:pPr marL="0" indent="0">
              <a:lnSpc>
                <a:spcPct val="120000"/>
              </a:lnSpc>
              <a:buNone/>
            </a:pPr>
            <a:r>
              <a:rPr lang="en-US" sz="1600" dirty="0">
                <a:latin typeface="Calibri" pitchFamily="34" charset="0"/>
                <a:ea typeface="Calibri" pitchFamily="34" charset="-122"/>
                <a:cs typeface="Calibri" pitchFamily="34" charset="-120"/>
              </a:rPr>
              <a:t>NITI Aayog opens fresh internship applications in the first ten days of every single month — a real, recurring opportunity. In rural classrooms, almost no one has heard of it. Awareness stops at board exams and entrance tests; everything in between stays invisible.</a:t>
            </a:r>
            <a:endParaRPr lang="en-US" sz="1600" dirty="0"/>
          </a:p>
        </p:txBody>
      </p:sp>
      <p:sp>
        <p:nvSpPr>
          <p:cNvPr id="8" name="Shape 5"/>
          <p:cNvSpPr/>
          <p:nvPr/>
        </p:nvSpPr>
        <p:spPr>
          <a:xfrm>
            <a:off x="640080" y="3200400"/>
            <a:ext cx="548640" cy="548640"/>
          </a:xfrm>
          <a:prstGeom prst="ellipse">
            <a:avLst/>
          </a:prstGeom>
          <a:solidFill>
            <a:schemeClr val="accent6">
              <a:lumMod val="60000"/>
              <a:lumOff val="40000"/>
            </a:schemeClr>
          </a:solidFill>
          <a:ln/>
        </p:spPr>
        <p:txBody>
          <a:bodyPr/>
          <a:lstStyle/>
          <a:p>
            <a:endParaRPr lang="en-IN"/>
          </a:p>
        </p:txBody>
      </p:sp>
      <p:sp>
        <p:nvSpPr>
          <p:cNvPr id="10" name="Text 6"/>
          <p:cNvSpPr/>
          <p:nvPr/>
        </p:nvSpPr>
        <p:spPr>
          <a:xfrm>
            <a:off x="1417320" y="3145536"/>
            <a:ext cx="9784080" cy="365760"/>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The benefit often reaches the wrong address</a:t>
            </a:r>
            <a:endParaRPr lang="en-US" sz="1600" dirty="0"/>
          </a:p>
        </p:txBody>
      </p:sp>
      <p:sp>
        <p:nvSpPr>
          <p:cNvPr id="11" name="Text 7"/>
          <p:cNvSpPr/>
          <p:nvPr/>
        </p:nvSpPr>
        <p:spPr>
          <a:xfrm>
            <a:off x="1417320" y="3529584"/>
            <a:ext cx="9784080" cy="1097280"/>
          </a:xfrm>
          <a:prstGeom prst="rect">
            <a:avLst/>
          </a:prstGeom>
          <a:noFill/>
          <a:ln/>
        </p:spPr>
        <p:txBody>
          <a:bodyPr wrap="square" lIns="0" tIns="0" rIns="0" bIns="0" rtlCol="0" anchor="ctr"/>
          <a:lstStyle/>
          <a:p>
            <a:pPr marL="0" indent="0">
              <a:lnSpc>
                <a:spcPct val="120000"/>
              </a:lnSpc>
              <a:buNone/>
            </a:pPr>
            <a:r>
              <a:rPr lang="en-US" sz="1600" dirty="0">
                <a:latin typeface="Calibri" pitchFamily="34" charset="0"/>
                <a:ea typeface="Calibri" pitchFamily="34" charset="-122"/>
                <a:cs typeface="Calibri" pitchFamily="34" charset="-120"/>
              </a:rPr>
              <a:t>Many quotas and subsidies meant for low-income, rural households get claimed by educated, urban-based families who simply hold a rural address on paper — while the family that genuinely needs it next door never even hears the scheme exists.</a:t>
            </a:r>
            <a:endParaRPr lang="en-US" sz="1600" dirty="0"/>
          </a:p>
        </p:txBody>
      </p:sp>
      <p:sp>
        <p:nvSpPr>
          <p:cNvPr id="12" name="Shape 8"/>
          <p:cNvSpPr/>
          <p:nvPr/>
        </p:nvSpPr>
        <p:spPr>
          <a:xfrm>
            <a:off x="640080" y="4709160"/>
            <a:ext cx="548640" cy="548640"/>
          </a:xfrm>
          <a:prstGeom prst="ellipse">
            <a:avLst/>
          </a:prstGeom>
          <a:solidFill>
            <a:schemeClr val="accent6">
              <a:lumMod val="60000"/>
              <a:lumOff val="40000"/>
            </a:schemeClr>
          </a:solidFill>
          <a:ln/>
        </p:spPr>
        <p:txBody>
          <a:bodyPr/>
          <a:lstStyle/>
          <a:p>
            <a:endParaRPr lang="en-IN"/>
          </a:p>
        </p:txBody>
      </p:sp>
      <p:sp>
        <p:nvSpPr>
          <p:cNvPr id="14" name="Text 9"/>
          <p:cNvSpPr/>
          <p:nvPr/>
        </p:nvSpPr>
        <p:spPr>
          <a:xfrm>
            <a:off x="1417320" y="4654296"/>
            <a:ext cx="9784080" cy="365760"/>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Discovery is scattered and disconnected</a:t>
            </a:r>
            <a:endParaRPr lang="en-US" sz="1600" dirty="0"/>
          </a:p>
        </p:txBody>
      </p:sp>
      <p:sp>
        <p:nvSpPr>
          <p:cNvPr id="15" name="Text 10"/>
          <p:cNvSpPr/>
          <p:nvPr/>
        </p:nvSpPr>
        <p:spPr>
          <a:xfrm>
            <a:off x="1417320" y="5038344"/>
            <a:ext cx="9784080" cy="987552"/>
          </a:xfrm>
          <a:prstGeom prst="rect">
            <a:avLst/>
          </a:prstGeom>
          <a:noFill/>
          <a:ln/>
        </p:spPr>
        <p:txBody>
          <a:bodyPr wrap="square" lIns="0" tIns="0" rIns="0" bIns="0" rtlCol="0" anchor="ctr"/>
          <a:lstStyle/>
          <a:p>
            <a:pPr marL="0" indent="0">
              <a:lnSpc>
                <a:spcPct val="120000"/>
              </a:lnSpc>
              <a:buNone/>
            </a:pPr>
            <a:r>
              <a:rPr lang="en-US" sz="1600" dirty="0">
                <a:latin typeface="Calibri" pitchFamily="34" charset="0"/>
                <a:ea typeface="Calibri" pitchFamily="34" charset="-122"/>
                <a:cs typeface="Calibri" pitchFamily="34" charset="-120"/>
              </a:rPr>
              <a:t>Schemes for farmers, students, patients and workers sit across many different portals, with no single place that tells a person clearly what they actually qualify for.</a:t>
            </a:r>
            <a:endParaRPr lang="en-US" sz="1600" dirty="0"/>
          </a:p>
        </p:txBody>
      </p:sp>
      <p:sp>
        <p:nvSpPr>
          <p:cNvPr id="17" name="Text 12"/>
          <p:cNvSpPr/>
          <p:nvPr/>
        </p:nvSpPr>
        <p:spPr>
          <a:xfrm>
            <a:off x="868680" y="6263640"/>
            <a:ext cx="10424160" cy="457200"/>
          </a:xfrm>
          <a:prstGeom prst="rect">
            <a:avLst/>
          </a:prstGeom>
          <a:noFill/>
          <a:ln/>
        </p:spPr>
        <p:txBody>
          <a:bodyPr wrap="square" lIns="0" tIns="0" rIns="0" bIns="0" rtlCol="0" anchor="ctr"/>
          <a:lstStyle/>
          <a:p>
            <a:pPr marL="0" indent="0">
              <a:buNone/>
            </a:pPr>
            <a:r>
              <a:rPr lang="en-US" sz="1200" i="1" dirty="0">
                <a:solidFill>
                  <a:srgbClr val="2C3E2B"/>
                </a:solidFill>
                <a:latin typeface="Calibri" pitchFamily="34" charset="0"/>
                <a:ea typeface="Calibri" pitchFamily="34" charset="-122"/>
                <a:cs typeface="Calibri" pitchFamily="34" charset="-120"/>
              </a:rPr>
              <a:t>.</a:t>
            </a:r>
            <a:endParaRPr lang="en-US" sz="1200" dirty="0"/>
          </a:p>
        </p:txBody>
      </p:sp>
      <p:pic>
        <p:nvPicPr>
          <p:cNvPr id="18" name="Image 1" descr="images/icon_map_w.png">
            <a:extLst>
              <a:ext uri="{FF2B5EF4-FFF2-40B4-BE49-F238E27FC236}">
                <a16:creationId xmlns:a16="http://schemas.microsoft.com/office/drawing/2014/main" id="{5741B44F-7879-7C5E-09AD-A231A36941DF}"/>
              </a:ext>
            </a:extLst>
          </p:cNvPr>
          <p:cNvPicPr>
            <a:picLocks noChangeAspect="1"/>
          </p:cNvPicPr>
          <p:nvPr/>
        </p:nvPicPr>
        <p:blipFill>
          <a:blip r:embed="rId3"/>
          <a:stretch>
            <a:fillRect/>
          </a:stretch>
        </p:blipFill>
        <p:spPr>
          <a:xfrm rot="10800000" flipH="1" flipV="1">
            <a:off x="752315" y="3311455"/>
            <a:ext cx="323285" cy="323285"/>
          </a:xfrm>
          <a:prstGeom prst="rect">
            <a:avLst/>
          </a:prstGeom>
        </p:spPr>
      </p:pic>
      <p:pic>
        <p:nvPicPr>
          <p:cNvPr id="19" name="Image 1" descr="images/icon_search_w.png">
            <a:extLst>
              <a:ext uri="{FF2B5EF4-FFF2-40B4-BE49-F238E27FC236}">
                <a16:creationId xmlns:a16="http://schemas.microsoft.com/office/drawing/2014/main" id="{1C33B954-3D3D-B44A-0246-3C927FDBB5EF}"/>
              </a:ext>
            </a:extLst>
          </p:cNvPr>
          <p:cNvPicPr>
            <a:picLocks noChangeAspect="1"/>
          </p:cNvPicPr>
          <p:nvPr/>
        </p:nvPicPr>
        <p:blipFill>
          <a:blip r:embed="rId4"/>
          <a:stretch>
            <a:fillRect/>
          </a:stretch>
        </p:blipFill>
        <p:spPr>
          <a:xfrm>
            <a:off x="763229" y="4836438"/>
            <a:ext cx="312371" cy="312371"/>
          </a:xfrm>
          <a:prstGeom prst="rect">
            <a:avLst/>
          </a:prstGeom>
        </p:spPr>
      </p:pic>
      <p:pic>
        <p:nvPicPr>
          <p:cNvPr id="20" name="Image 2" descr="images/icon_form_w.png">
            <a:extLst>
              <a:ext uri="{FF2B5EF4-FFF2-40B4-BE49-F238E27FC236}">
                <a16:creationId xmlns:a16="http://schemas.microsoft.com/office/drawing/2014/main" id="{35EFBDD8-0D8F-E1C3-35D3-3B155D159C19}"/>
              </a:ext>
            </a:extLst>
          </p:cNvPr>
          <p:cNvPicPr>
            <a:picLocks noChangeAspect="1"/>
          </p:cNvPicPr>
          <p:nvPr/>
        </p:nvPicPr>
        <p:blipFill>
          <a:blip r:embed="rId5"/>
          <a:stretch>
            <a:fillRect/>
          </a:stretch>
        </p:blipFill>
        <p:spPr>
          <a:xfrm>
            <a:off x="814554" y="1791486"/>
            <a:ext cx="312371" cy="312371"/>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1600" b="1" kern="0" spc="200" dirty="0">
                <a:solidFill>
                  <a:schemeClr val="accent6">
                    <a:lumMod val="75000"/>
                  </a:schemeClr>
                </a:solidFill>
                <a:latin typeface="Calibri" pitchFamily="34" charset="0"/>
                <a:ea typeface="Calibri" pitchFamily="34" charset="-122"/>
                <a:cs typeface="Calibri" pitchFamily="34" charset="-120"/>
              </a:rPr>
              <a:t>PROPOSED SOLUTION</a:t>
            </a:r>
            <a:endParaRPr lang="en-US" sz="1600" dirty="0">
              <a:solidFill>
                <a:schemeClr val="accent6">
                  <a:lumMod val="75000"/>
                </a:schemeClr>
              </a:solidFill>
            </a:endParaRPr>
          </a:p>
        </p:txBody>
      </p:sp>
      <p:sp>
        <p:nvSpPr>
          <p:cNvPr id="3" name="Text 1"/>
          <p:cNvSpPr/>
          <p:nvPr/>
        </p:nvSpPr>
        <p:spPr>
          <a:xfrm>
            <a:off x="640080" y="713232"/>
            <a:ext cx="10881360" cy="640080"/>
          </a:xfrm>
          <a:prstGeom prst="rect">
            <a:avLst/>
          </a:prstGeom>
          <a:noFill/>
          <a:ln/>
        </p:spPr>
        <p:txBody>
          <a:bodyPr wrap="square" lIns="0" tIns="0" rIns="0" bIns="0" rtlCol="0" anchor="ctr"/>
          <a:lstStyle/>
          <a:p>
            <a:pPr marL="0" indent="0">
              <a:lnSpc>
                <a:spcPct val="110000"/>
              </a:lnSpc>
              <a:buNone/>
            </a:pPr>
            <a:r>
              <a:rPr lang="en-US" b="1" dirty="0">
                <a:solidFill>
                  <a:srgbClr val="2C3E2B"/>
                </a:solidFill>
                <a:latin typeface="Cambria" pitchFamily="34" charset="0"/>
                <a:ea typeface="Cambria" pitchFamily="34" charset="-122"/>
                <a:cs typeface="Cambria" pitchFamily="34" charset="-120"/>
              </a:rPr>
              <a:t>Haq Agent — one AI agent that watches for every scheme on your behalf</a:t>
            </a:r>
            <a:endParaRPr lang="en-US" dirty="0"/>
          </a:p>
        </p:txBody>
      </p:sp>
      <p:sp>
        <p:nvSpPr>
          <p:cNvPr id="4" name="Text 2"/>
          <p:cNvSpPr/>
          <p:nvPr/>
        </p:nvSpPr>
        <p:spPr>
          <a:xfrm>
            <a:off x="685800" y="1374255"/>
            <a:ext cx="10881360" cy="365760"/>
          </a:xfrm>
          <a:prstGeom prst="rect">
            <a:avLst/>
          </a:prstGeom>
          <a:noFill/>
          <a:ln/>
        </p:spPr>
        <p:txBody>
          <a:bodyPr wrap="square" lIns="0" tIns="0" rIns="0" bIns="0" rtlCol="0" anchor="ctr"/>
          <a:lstStyle/>
          <a:p>
            <a:pPr marL="0" indent="0">
              <a:buNone/>
            </a:pPr>
            <a:r>
              <a:rPr lang="en-US" sz="1600" dirty="0">
                <a:latin typeface="Calibri" pitchFamily="34" charset="0"/>
                <a:ea typeface="Calibri" pitchFamily="34" charset="-122"/>
                <a:cs typeface="Calibri" pitchFamily="34" charset="-120"/>
              </a:rPr>
              <a:t>You describe your situation once. The agent keeps checking, keeps you informed, and keeps acting — even when you're not asking</a:t>
            </a:r>
            <a:r>
              <a:rPr lang="en-US" sz="1600" dirty="0">
                <a:solidFill>
                  <a:srgbClr val="5B6B53"/>
                </a:solidFill>
                <a:latin typeface="Calibri" pitchFamily="34" charset="0"/>
                <a:ea typeface="Calibri" pitchFamily="34" charset="-122"/>
                <a:cs typeface="Calibri" pitchFamily="34" charset="-120"/>
              </a:rPr>
              <a:t>.</a:t>
            </a:r>
            <a:endParaRPr lang="en-US" sz="1600" dirty="0"/>
          </a:p>
        </p:txBody>
      </p:sp>
      <p:sp>
        <p:nvSpPr>
          <p:cNvPr id="5" name="Shape 3"/>
          <p:cNvSpPr/>
          <p:nvPr/>
        </p:nvSpPr>
        <p:spPr>
          <a:xfrm>
            <a:off x="868680" y="1965960"/>
            <a:ext cx="1828800" cy="1143000"/>
          </a:xfrm>
          <a:prstGeom prst="roundRect">
            <a:avLst>
              <a:gd name="adj" fmla="val 6400"/>
            </a:avLst>
          </a:prstGeom>
          <a:solidFill>
            <a:schemeClr val="bg1"/>
          </a:solidFill>
          <a:ln/>
          <a:effectLst>
            <a:outerShdw blurRad="101600" dist="38100" dir="2700000" algn="bl" rotWithShape="0">
              <a:srgbClr val="000000">
                <a:alpha val="12000"/>
              </a:srgbClr>
            </a:outerShdw>
          </a:effectLst>
        </p:spPr>
        <p:txBody>
          <a:bodyPr/>
          <a:lstStyle/>
          <a:p>
            <a:endParaRPr lang="en-IN"/>
          </a:p>
        </p:txBody>
      </p:sp>
      <p:sp>
        <p:nvSpPr>
          <p:cNvPr id="6" name="Shape 4"/>
          <p:cNvSpPr/>
          <p:nvPr/>
        </p:nvSpPr>
        <p:spPr>
          <a:xfrm>
            <a:off x="1531620" y="2084832"/>
            <a:ext cx="502920" cy="502920"/>
          </a:xfrm>
          <a:prstGeom prst="ellipse">
            <a:avLst/>
          </a:prstGeom>
          <a:solidFill>
            <a:schemeClr val="accent6">
              <a:lumMod val="60000"/>
              <a:lumOff val="40000"/>
            </a:schemeClr>
          </a:solidFill>
          <a:ln/>
        </p:spPr>
        <p:txBody>
          <a:bodyPr/>
          <a:lstStyle/>
          <a:p>
            <a:endParaRPr lang="en-IN"/>
          </a:p>
        </p:txBody>
      </p:sp>
      <p:pic>
        <p:nvPicPr>
          <p:cNvPr id="7" name="Image 0" descr="images/icon_comments_w.png"/>
          <p:cNvPicPr>
            <a:picLocks noChangeAspect="1"/>
          </p:cNvPicPr>
          <p:nvPr/>
        </p:nvPicPr>
        <p:blipFill>
          <a:blip r:embed="rId3"/>
          <a:stretch>
            <a:fillRect/>
          </a:stretch>
        </p:blipFill>
        <p:spPr>
          <a:xfrm>
            <a:off x="1659636" y="2208276"/>
            <a:ext cx="246888" cy="246888"/>
          </a:xfrm>
          <a:prstGeom prst="rect">
            <a:avLst/>
          </a:prstGeom>
        </p:spPr>
      </p:pic>
      <p:sp>
        <p:nvSpPr>
          <p:cNvPr id="8" name="Text 5"/>
          <p:cNvSpPr/>
          <p:nvPr/>
        </p:nvSpPr>
        <p:spPr>
          <a:xfrm>
            <a:off x="868680" y="2679192"/>
            <a:ext cx="1828800" cy="320040"/>
          </a:xfrm>
          <a:prstGeom prst="rect">
            <a:avLst/>
          </a:prstGeom>
          <a:noFill/>
          <a:ln/>
        </p:spPr>
        <p:txBody>
          <a:bodyPr wrap="square" lIns="0" tIns="0" rIns="0" bIns="0" rtlCol="0" anchor="ctr"/>
          <a:lstStyle/>
          <a:p>
            <a:pPr marL="0" indent="0" algn="ctr">
              <a:buNone/>
            </a:pPr>
            <a:r>
              <a:rPr lang="en-US" sz="1600" b="1" dirty="0">
                <a:solidFill>
                  <a:srgbClr val="2C3E2B"/>
                </a:solidFill>
                <a:latin typeface="Calibri" pitchFamily="34" charset="0"/>
                <a:ea typeface="Calibri" pitchFamily="34" charset="-122"/>
                <a:cs typeface="Calibri" pitchFamily="34" charset="-120"/>
              </a:rPr>
              <a:t>1. Speak</a:t>
            </a:r>
            <a:endParaRPr lang="en-US" sz="1600" dirty="0"/>
          </a:p>
        </p:txBody>
      </p:sp>
      <p:sp>
        <p:nvSpPr>
          <p:cNvPr id="9" name="Text 6"/>
          <p:cNvSpPr/>
          <p:nvPr/>
        </p:nvSpPr>
        <p:spPr>
          <a:xfrm>
            <a:off x="2697480" y="2295144"/>
            <a:ext cx="256032" cy="502920"/>
          </a:xfrm>
          <a:prstGeom prst="rect">
            <a:avLst/>
          </a:prstGeom>
          <a:noFill/>
          <a:ln/>
        </p:spPr>
        <p:txBody>
          <a:bodyPr wrap="square" lIns="0" tIns="0" rIns="0" bIns="0" rtlCol="0" anchor="ctr"/>
          <a:lstStyle/>
          <a:p>
            <a:pPr marL="0" indent="0" algn="ctr">
              <a:buNone/>
            </a:pPr>
            <a:r>
              <a:rPr lang="en-US" sz="2200" b="1" dirty="0">
                <a:latin typeface="Calibri" pitchFamily="34" charset="0"/>
                <a:ea typeface="Calibri" pitchFamily="34" charset="-122"/>
                <a:cs typeface="Calibri" pitchFamily="34" charset="-120"/>
              </a:rPr>
              <a:t>→</a:t>
            </a:r>
            <a:endParaRPr lang="en-US" sz="2200" dirty="0"/>
          </a:p>
        </p:txBody>
      </p:sp>
      <p:sp>
        <p:nvSpPr>
          <p:cNvPr id="10" name="Shape 7"/>
          <p:cNvSpPr/>
          <p:nvPr/>
        </p:nvSpPr>
        <p:spPr>
          <a:xfrm>
            <a:off x="2953512" y="1965960"/>
            <a:ext cx="1828800" cy="1143000"/>
          </a:xfrm>
          <a:prstGeom prst="roundRect">
            <a:avLst>
              <a:gd name="adj" fmla="val 6400"/>
            </a:avLst>
          </a:prstGeom>
          <a:solidFill>
            <a:schemeClr val="bg1"/>
          </a:solidFill>
          <a:ln/>
          <a:effectLst>
            <a:outerShdw blurRad="101600" dist="38100" dir="2700000" algn="bl" rotWithShape="0">
              <a:srgbClr val="000000">
                <a:alpha val="12000"/>
              </a:srgbClr>
            </a:outerShdw>
          </a:effectLst>
        </p:spPr>
        <p:txBody>
          <a:bodyPr/>
          <a:lstStyle/>
          <a:p>
            <a:endParaRPr lang="en-IN"/>
          </a:p>
        </p:txBody>
      </p:sp>
      <p:sp>
        <p:nvSpPr>
          <p:cNvPr id="11" name="Shape 8"/>
          <p:cNvSpPr/>
          <p:nvPr/>
        </p:nvSpPr>
        <p:spPr>
          <a:xfrm>
            <a:off x="3616452" y="2084832"/>
            <a:ext cx="502920" cy="502920"/>
          </a:xfrm>
          <a:prstGeom prst="ellipse">
            <a:avLst/>
          </a:prstGeom>
          <a:solidFill>
            <a:schemeClr val="accent6">
              <a:lumMod val="60000"/>
              <a:lumOff val="40000"/>
            </a:schemeClr>
          </a:solidFill>
          <a:ln/>
        </p:spPr>
        <p:txBody>
          <a:bodyPr/>
          <a:lstStyle/>
          <a:p>
            <a:endParaRPr lang="en-IN"/>
          </a:p>
        </p:txBody>
      </p:sp>
      <p:pic>
        <p:nvPicPr>
          <p:cNvPr id="12" name="Image 1" descr="images/icon_search_w.png"/>
          <p:cNvPicPr>
            <a:picLocks noChangeAspect="1"/>
          </p:cNvPicPr>
          <p:nvPr/>
        </p:nvPicPr>
        <p:blipFill>
          <a:blip r:embed="rId4"/>
          <a:stretch>
            <a:fillRect/>
          </a:stretch>
        </p:blipFill>
        <p:spPr>
          <a:xfrm>
            <a:off x="3685032" y="2181729"/>
            <a:ext cx="315468" cy="315468"/>
          </a:xfrm>
          <a:prstGeom prst="rect">
            <a:avLst/>
          </a:prstGeom>
        </p:spPr>
      </p:pic>
      <p:sp>
        <p:nvSpPr>
          <p:cNvPr id="13" name="Text 9"/>
          <p:cNvSpPr/>
          <p:nvPr/>
        </p:nvSpPr>
        <p:spPr>
          <a:xfrm>
            <a:off x="2953512" y="2679192"/>
            <a:ext cx="1828800" cy="320040"/>
          </a:xfrm>
          <a:prstGeom prst="rect">
            <a:avLst/>
          </a:prstGeom>
          <a:noFill/>
          <a:ln/>
        </p:spPr>
        <p:txBody>
          <a:bodyPr wrap="square" lIns="0" tIns="0" rIns="0" bIns="0" rtlCol="0" anchor="ctr"/>
          <a:lstStyle/>
          <a:p>
            <a:pPr marL="0" indent="0" algn="ctr">
              <a:buNone/>
            </a:pPr>
            <a:r>
              <a:rPr lang="en-US" sz="1600" b="1" dirty="0">
                <a:solidFill>
                  <a:srgbClr val="2C3E2B"/>
                </a:solidFill>
                <a:latin typeface="Calibri" pitchFamily="34" charset="0"/>
                <a:ea typeface="Calibri" pitchFamily="34" charset="-122"/>
                <a:cs typeface="Calibri" pitchFamily="34" charset="-120"/>
              </a:rPr>
              <a:t>2. Check</a:t>
            </a:r>
            <a:endParaRPr lang="en-US" sz="1600" dirty="0"/>
          </a:p>
        </p:txBody>
      </p:sp>
      <p:sp>
        <p:nvSpPr>
          <p:cNvPr id="14" name="Text 10"/>
          <p:cNvSpPr/>
          <p:nvPr/>
        </p:nvSpPr>
        <p:spPr>
          <a:xfrm>
            <a:off x="4782312" y="2295144"/>
            <a:ext cx="256032" cy="502920"/>
          </a:xfrm>
          <a:prstGeom prst="rect">
            <a:avLst/>
          </a:prstGeom>
          <a:noFill/>
          <a:ln/>
        </p:spPr>
        <p:txBody>
          <a:bodyPr wrap="square" lIns="0" tIns="0" rIns="0" bIns="0" rtlCol="0" anchor="ctr"/>
          <a:lstStyle/>
          <a:p>
            <a:pPr marL="0" indent="0" algn="ctr">
              <a:buNone/>
            </a:pPr>
            <a:r>
              <a:rPr lang="en-US" sz="2200" b="1" dirty="0">
                <a:latin typeface="Calibri" pitchFamily="34" charset="0"/>
                <a:ea typeface="Calibri" pitchFamily="34" charset="-122"/>
                <a:cs typeface="Calibri" pitchFamily="34" charset="-120"/>
              </a:rPr>
              <a:t>→</a:t>
            </a:r>
            <a:endParaRPr lang="en-US" sz="2200" dirty="0"/>
          </a:p>
        </p:txBody>
      </p:sp>
      <p:sp>
        <p:nvSpPr>
          <p:cNvPr id="15" name="Shape 11"/>
          <p:cNvSpPr/>
          <p:nvPr/>
        </p:nvSpPr>
        <p:spPr>
          <a:xfrm>
            <a:off x="5038344" y="1965960"/>
            <a:ext cx="1828800" cy="1143000"/>
          </a:xfrm>
          <a:prstGeom prst="roundRect">
            <a:avLst>
              <a:gd name="adj" fmla="val 6400"/>
            </a:avLst>
          </a:prstGeom>
          <a:solidFill>
            <a:schemeClr val="bg1"/>
          </a:solidFill>
          <a:ln/>
          <a:effectLst>
            <a:outerShdw blurRad="101600" dist="38100" dir="2700000" algn="bl" rotWithShape="0">
              <a:srgbClr val="000000">
                <a:alpha val="12000"/>
              </a:srgbClr>
            </a:outerShdw>
          </a:effectLst>
        </p:spPr>
        <p:txBody>
          <a:bodyPr/>
          <a:lstStyle/>
          <a:p>
            <a:endParaRPr lang="en-IN"/>
          </a:p>
        </p:txBody>
      </p:sp>
      <p:sp>
        <p:nvSpPr>
          <p:cNvPr id="16" name="Shape 12"/>
          <p:cNvSpPr/>
          <p:nvPr/>
        </p:nvSpPr>
        <p:spPr>
          <a:xfrm>
            <a:off x="5701284" y="2084832"/>
            <a:ext cx="502920" cy="502920"/>
          </a:xfrm>
          <a:prstGeom prst="ellipse">
            <a:avLst/>
          </a:prstGeom>
          <a:solidFill>
            <a:schemeClr val="accent6">
              <a:lumMod val="60000"/>
              <a:lumOff val="40000"/>
            </a:schemeClr>
          </a:solidFill>
          <a:ln/>
        </p:spPr>
        <p:txBody>
          <a:bodyPr/>
          <a:lstStyle/>
          <a:p>
            <a:endParaRPr lang="en-IN"/>
          </a:p>
        </p:txBody>
      </p:sp>
      <p:pic>
        <p:nvPicPr>
          <p:cNvPr id="17" name="Image 2" descr="images/icon_form_w.png"/>
          <p:cNvPicPr>
            <a:picLocks noChangeAspect="1"/>
          </p:cNvPicPr>
          <p:nvPr/>
        </p:nvPicPr>
        <p:blipFill>
          <a:blip r:embed="rId5"/>
          <a:stretch>
            <a:fillRect/>
          </a:stretch>
        </p:blipFill>
        <p:spPr>
          <a:xfrm>
            <a:off x="5829300" y="2208276"/>
            <a:ext cx="246888" cy="246888"/>
          </a:xfrm>
          <a:prstGeom prst="rect">
            <a:avLst/>
          </a:prstGeom>
        </p:spPr>
      </p:pic>
      <p:sp>
        <p:nvSpPr>
          <p:cNvPr id="18" name="Text 13"/>
          <p:cNvSpPr/>
          <p:nvPr/>
        </p:nvSpPr>
        <p:spPr>
          <a:xfrm>
            <a:off x="5038344" y="2679192"/>
            <a:ext cx="1828800" cy="320040"/>
          </a:xfrm>
          <a:prstGeom prst="rect">
            <a:avLst/>
          </a:prstGeom>
          <a:noFill/>
          <a:ln/>
        </p:spPr>
        <p:txBody>
          <a:bodyPr wrap="square" lIns="0" tIns="0" rIns="0" bIns="0" rtlCol="0" anchor="ctr"/>
          <a:lstStyle/>
          <a:p>
            <a:pPr marL="0" indent="0" algn="ctr">
              <a:buNone/>
            </a:pPr>
            <a:r>
              <a:rPr lang="en-US" sz="1600" b="1" dirty="0">
                <a:solidFill>
                  <a:srgbClr val="2C3E2B"/>
                </a:solidFill>
                <a:latin typeface="Calibri" pitchFamily="34" charset="0"/>
                <a:ea typeface="Calibri" pitchFamily="34" charset="-122"/>
                <a:cs typeface="Calibri" pitchFamily="34" charset="-120"/>
              </a:rPr>
              <a:t>3. Apply</a:t>
            </a:r>
            <a:endParaRPr lang="en-US" sz="1600" dirty="0"/>
          </a:p>
        </p:txBody>
      </p:sp>
      <p:sp>
        <p:nvSpPr>
          <p:cNvPr id="19" name="Text 14"/>
          <p:cNvSpPr/>
          <p:nvPr/>
        </p:nvSpPr>
        <p:spPr>
          <a:xfrm>
            <a:off x="6867144" y="2295144"/>
            <a:ext cx="256032" cy="502920"/>
          </a:xfrm>
          <a:prstGeom prst="rect">
            <a:avLst/>
          </a:prstGeom>
          <a:noFill/>
          <a:ln/>
        </p:spPr>
        <p:txBody>
          <a:bodyPr wrap="square" lIns="0" tIns="0" rIns="0" bIns="0" rtlCol="0" anchor="ctr"/>
          <a:lstStyle/>
          <a:p>
            <a:pPr marL="0" indent="0" algn="ctr">
              <a:buNone/>
            </a:pPr>
            <a:r>
              <a:rPr lang="en-US" sz="2200" b="1" dirty="0">
                <a:latin typeface="Calibri" pitchFamily="34" charset="0"/>
                <a:ea typeface="Calibri" pitchFamily="34" charset="-122"/>
                <a:cs typeface="Calibri" pitchFamily="34" charset="-120"/>
              </a:rPr>
              <a:t>→</a:t>
            </a:r>
            <a:endParaRPr lang="en-US" sz="2200" dirty="0"/>
          </a:p>
        </p:txBody>
      </p:sp>
      <p:sp>
        <p:nvSpPr>
          <p:cNvPr id="20" name="Shape 15"/>
          <p:cNvSpPr/>
          <p:nvPr/>
        </p:nvSpPr>
        <p:spPr>
          <a:xfrm>
            <a:off x="7123176" y="1965960"/>
            <a:ext cx="1828800" cy="1143000"/>
          </a:xfrm>
          <a:prstGeom prst="roundRect">
            <a:avLst>
              <a:gd name="adj" fmla="val 6400"/>
            </a:avLst>
          </a:prstGeom>
          <a:solidFill>
            <a:schemeClr val="bg1"/>
          </a:solidFill>
          <a:ln/>
          <a:effectLst>
            <a:outerShdw blurRad="101600" dist="38100" dir="2700000" algn="bl" rotWithShape="0">
              <a:srgbClr val="000000">
                <a:alpha val="12000"/>
              </a:srgbClr>
            </a:outerShdw>
          </a:effectLst>
        </p:spPr>
        <p:txBody>
          <a:bodyPr/>
          <a:lstStyle/>
          <a:p>
            <a:endParaRPr lang="en-IN"/>
          </a:p>
        </p:txBody>
      </p:sp>
      <p:sp>
        <p:nvSpPr>
          <p:cNvPr id="21" name="Shape 16"/>
          <p:cNvSpPr/>
          <p:nvPr/>
        </p:nvSpPr>
        <p:spPr>
          <a:xfrm>
            <a:off x="7786116" y="2084832"/>
            <a:ext cx="502920" cy="502920"/>
          </a:xfrm>
          <a:prstGeom prst="ellipse">
            <a:avLst/>
          </a:prstGeom>
          <a:solidFill>
            <a:schemeClr val="accent6">
              <a:lumMod val="60000"/>
              <a:lumOff val="40000"/>
            </a:schemeClr>
          </a:solidFill>
          <a:ln/>
        </p:spPr>
        <p:txBody>
          <a:bodyPr/>
          <a:lstStyle/>
          <a:p>
            <a:endParaRPr lang="en-IN"/>
          </a:p>
        </p:txBody>
      </p:sp>
      <p:pic>
        <p:nvPicPr>
          <p:cNvPr id="22" name="Image 3" descr="images/icon_check_w.png"/>
          <p:cNvPicPr>
            <a:picLocks noChangeAspect="1"/>
          </p:cNvPicPr>
          <p:nvPr/>
        </p:nvPicPr>
        <p:blipFill>
          <a:blip r:embed="rId6"/>
          <a:stretch>
            <a:fillRect/>
          </a:stretch>
        </p:blipFill>
        <p:spPr>
          <a:xfrm>
            <a:off x="7914132" y="2208276"/>
            <a:ext cx="246888" cy="246888"/>
          </a:xfrm>
          <a:prstGeom prst="rect">
            <a:avLst/>
          </a:prstGeom>
        </p:spPr>
      </p:pic>
      <p:sp>
        <p:nvSpPr>
          <p:cNvPr id="23" name="Text 17"/>
          <p:cNvSpPr/>
          <p:nvPr/>
        </p:nvSpPr>
        <p:spPr>
          <a:xfrm>
            <a:off x="7123176" y="2679192"/>
            <a:ext cx="1828800" cy="320040"/>
          </a:xfrm>
          <a:prstGeom prst="rect">
            <a:avLst/>
          </a:prstGeom>
          <a:noFill/>
          <a:ln/>
        </p:spPr>
        <p:txBody>
          <a:bodyPr wrap="square" lIns="0" tIns="0" rIns="0" bIns="0" rtlCol="0" anchor="ctr"/>
          <a:lstStyle/>
          <a:p>
            <a:pPr marL="0" indent="0" algn="ctr">
              <a:buNone/>
            </a:pPr>
            <a:r>
              <a:rPr lang="en-US" sz="1600" b="1" dirty="0">
                <a:solidFill>
                  <a:srgbClr val="2C3E2B"/>
                </a:solidFill>
                <a:latin typeface="Calibri" pitchFamily="34" charset="0"/>
                <a:ea typeface="Calibri" pitchFamily="34" charset="-122"/>
                <a:cs typeface="Calibri" pitchFamily="34" charset="-120"/>
              </a:rPr>
              <a:t>4. Notify</a:t>
            </a:r>
            <a:endParaRPr lang="en-US" sz="1600" dirty="0"/>
          </a:p>
        </p:txBody>
      </p:sp>
      <p:sp>
        <p:nvSpPr>
          <p:cNvPr id="24" name="Text 18"/>
          <p:cNvSpPr/>
          <p:nvPr/>
        </p:nvSpPr>
        <p:spPr>
          <a:xfrm>
            <a:off x="8951976" y="2295144"/>
            <a:ext cx="256032" cy="502920"/>
          </a:xfrm>
          <a:prstGeom prst="rect">
            <a:avLst/>
          </a:prstGeom>
          <a:noFill/>
          <a:ln/>
        </p:spPr>
        <p:txBody>
          <a:bodyPr wrap="square" lIns="0" tIns="0" rIns="0" bIns="0" rtlCol="0" anchor="ctr"/>
          <a:lstStyle/>
          <a:p>
            <a:pPr marL="0" indent="0" algn="ctr">
              <a:buNone/>
            </a:pPr>
            <a:r>
              <a:rPr lang="en-US" sz="2200" b="1" dirty="0">
                <a:latin typeface="Calibri" pitchFamily="34" charset="0"/>
                <a:ea typeface="Calibri" pitchFamily="34" charset="-122"/>
                <a:cs typeface="Calibri" pitchFamily="34" charset="-120"/>
              </a:rPr>
              <a:t>→</a:t>
            </a:r>
            <a:endParaRPr lang="en-US" sz="2200" dirty="0"/>
          </a:p>
        </p:txBody>
      </p:sp>
      <p:sp>
        <p:nvSpPr>
          <p:cNvPr id="25" name="Shape 19"/>
          <p:cNvSpPr/>
          <p:nvPr/>
        </p:nvSpPr>
        <p:spPr>
          <a:xfrm>
            <a:off x="9208008" y="1965960"/>
            <a:ext cx="1828800" cy="1143000"/>
          </a:xfrm>
          <a:prstGeom prst="roundRect">
            <a:avLst>
              <a:gd name="adj" fmla="val 6400"/>
            </a:avLst>
          </a:prstGeom>
          <a:solidFill>
            <a:schemeClr val="bg1"/>
          </a:solidFill>
          <a:ln/>
          <a:effectLst>
            <a:outerShdw blurRad="101600" dist="38100" dir="2700000" algn="bl" rotWithShape="0">
              <a:srgbClr val="000000">
                <a:alpha val="12000"/>
              </a:srgbClr>
            </a:outerShdw>
          </a:effectLst>
        </p:spPr>
        <p:txBody>
          <a:bodyPr/>
          <a:lstStyle/>
          <a:p>
            <a:endParaRPr lang="en-IN"/>
          </a:p>
        </p:txBody>
      </p:sp>
      <p:sp>
        <p:nvSpPr>
          <p:cNvPr id="26" name="Shape 20"/>
          <p:cNvSpPr/>
          <p:nvPr/>
        </p:nvSpPr>
        <p:spPr>
          <a:xfrm>
            <a:off x="9870948" y="2084832"/>
            <a:ext cx="502920" cy="502920"/>
          </a:xfrm>
          <a:prstGeom prst="ellipse">
            <a:avLst/>
          </a:prstGeom>
          <a:solidFill>
            <a:schemeClr val="accent6">
              <a:lumMod val="60000"/>
              <a:lumOff val="40000"/>
            </a:schemeClr>
          </a:solidFill>
          <a:ln/>
        </p:spPr>
        <p:txBody>
          <a:bodyPr/>
          <a:lstStyle/>
          <a:p>
            <a:endParaRPr lang="en-IN"/>
          </a:p>
        </p:txBody>
      </p:sp>
      <p:pic>
        <p:nvPicPr>
          <p:cNvPr id="27" name="Image 4" descr="images/icon_sync_w.png"/>
          <p:cNvPicPr>
            <a:picLocks noChangeAspect="1"/>
          </p:cNvPicPr>
          <p:nvPr/>
        </p:nvPicPr>
        <p:blipFill>
          <a:blip r:embed="rId7"/>
          <a:stretch>
            <a:fillRect/>
          </a:stretch>
        </p:blipFill>
        <p:spPr>
          <a:xfrm>
            <a:off x="9998964" y="2208276"/>
            <a:ext cx="246888" cy="246888"/>
          </a:xfrm>
          <a:prstGeom prst="rect">
            <a:avLst/>
          </a:prstGeom>
        </p:spPr>
      </p:pic>
      <p:sp>
        <p:nvSpPr>
          <p:cNvPr id="28" name="Text 21"/>
          <p:cNvSpPr/>
          <p:nvPr/>
        </p:nvSpPr>
        <p:spPr>
          <a:xfrm>
            <a:off x="9208008" y="2679192"/>
            <a:ext cx="1828800" cy="320040"/>
          </a:xfrm>
          <a:prstGeom prst="rect">
            <a:avLst/>
          </a:prstGeom>
          <a:noFill/>
          <a:ln/>
        </p:spPr>
        <p:txBody>
          <a:bodyPr wrap="square" lIns="0" tIns="0" rIns="0" bIns="0" rtlCol="0" anchor="ctr"/>
          <a:lstStyle/>
          <a:p>
            <a:pPr marL="0" indent="0" algn="ctr">
              <a:buNone/>
            </a:pPr>
            <a:r>
              <a:rPr lang="en-US" sz="1600" b="1" dirty="0">
                <a:solidFill>
                  <a:srgbClr val="2C3E2B"/>
                </a:solidFill>
                <a:latin typeface="Calibri" pitchFamily="34" charset="0"/>
                <a:ea typeface="Calibri" pitchFamily="34" charset="-122"/>
                <a:cs typeface="Calibri" pitchFamily="34" charset="-120"/>
              </a:rPr>
              <a:t>5. Follow up</a:t>
            </a:r>
            <a:endParaRPr lang="en-US" sz="1600" dirty="0"/>
          </a:p>
        </p:txBody>
      </p:sp>
      <p:sp>
        <p:nvSpPr>
          <p:cNvPr id="29" name="Shape 22"/>
          <p:cNvSpPr/>
          <p:nvPr/>
        </p:nvSpPr>
        <p:spPr>
          <a:xfrm>
            <a:off x="685800" y="3344344"/>
            <a:ext cx="10881360" cy="1371600"/>
          </a:xfrm>
          <a:prstGeom prst="rect">
            <a:avLst/>
          </a:prstGeom>
          <a:solidFill>
            <a:schemeClr val="bg1"/>
          </a:solidFill>
          <a:ln/>
          <a:effectLst>
            <a:outerShdw blurRad="101600" dist="38100" dir="2700000" algn="bl" rotWithShape="0">
              <a:srgbClr val="000000">
                <a:alpha val="12000"/>
              </a:srgbClr>
            </a:outerShdw>
          </a:effectLst>
        </p:spPr>
        <p:txBody>
          <a:bodyPr/>
          <a:lstStyle/>
          <a:p>
            <a:endParaRPr lang="en-IN" dirty="0"/>
          </a:p>
        </p:txBody>
      </p:sp>
      <p:sp>
        <p:nvSpPr>
          <p:cNvPr id="30" name="Shape 23"/>
          <p:cNvSpPr/>
          <p:nvPr/>
        </p:nvSpPr>
        <p:spPr>
          <a:xfrm>
            <a:off x="640080" y="3355848"/>
            <a:ext cx="91440" cy="1371600"/>
          </a:xfrm>
          <a:prstGeom prst="rect">
            <a:avLst/>
          </a:prstGeom>
          <a:solidFill>
            <a:schemeClr val="accent6">
              <a:lumMod val="60000"/>
              <a:lumOff val="40000"/>
            </a:schemeClr>
          </a:solidFill>
          <a:ln/>
        </p:spPr>
        <p:txBody>
          <a:bodyPr/>
          <a:lstStyle/>
          <a:p>
            <a:endParaRPr lang="en-IN"/>
          </a:p>
        </p:txBody>
      </p:sp>
      <p:sp>
        <p:nvSpPr>
          <p:cNvPr id="31" name="Text 24"/>
          <p:cNvSpPr/>
          <p:nvPr/>
        </p:nvSpPr>
        <p:spPr>
          <a:xfrm>
            <a:off x="960120" y="3520440"/>
            <a:ext cx="8869680" cy="365760"/>
          </a:xfrm>
          <a:prstGeom prst="rect">
            <a:avLst/>
          </a:prstGeom>
          <a:noFill/>
          <a:ln/>
        </p:spPr>
        <p:txBody>
          <a:bodyPr wrap="square" lIns="0" tIns="0" rIns="0" bIns="0" rtlCol="0" anchor="ctr"/>
          <a:lstStyle/>
          <a:p>
            <a:pPr marL="0" indent="0">
              <a:buNone/>
            </a:pPr>
            <a:r>
              <a:rPr lang="en-US" sz="1600" b="1" dirty="0">
                <a:latin typeface="Calibri" pitchFamily="34" charset="0"/>
                <a:ea typeface="Calibri" pitchFamily="34" charset="-122"/>
                <a:cs typeface="Calibri" pitchFamily="34" charset="-120"/>
              </a:rPr>
              <a:t>Core idea: it doesn't wait to be asked</a:t>
            </a:r>
            <a:endParaRPr lang="en-US" sz="1600" dirty="0"/>
          </a:p>
        </p:txBody>
      </p:sp>
      <p:sp>
        <p:nvSpPr>
          <p:cNvPr id="32" name="Text 25"/>
          <p:cNvSpPr/>
          <p:nvPr/>
        </p:nvSpPr>
        <p:spPr>
          <a:xfrm>
            <a:off x="960120" y="3913632"/>
            <a:ext cx="10332720" cy="777240"/>
          </a:xfrm>
          <a:prstGeom prst="rect">
            <a:avLst/>
          </a:prstGeom>
          <a:noFill/>
          <a:ln/>
        </p:spPr>
        <p:txBody>
          <a:bodyPr wrap="square" lIns="0" tIns="0" rIns="0" bIns="0" rtlCol="0" anchor="ctr"/>
          <a:lstStyle/>
          <a:p>
            <a:pPr marL="0" indent="0">
              <a:lnSpc>
                <a:spcPct val="130000"/>
              </a:lnSpc>
              <a:buNone/>
            </a:pPr>
            <a:r>
              <a:rPr lang="en-US" sz="1600" dirty="0">
                <a:latin typeface="Calibri" pitchFamily="34" charset="0"/>
                <a:ea typeface="Calibri" pitchFamily="34" charset="-122"/>
                <a:cs typeface="Calibri" pitchFamily="34" charset="-120"/>
              </a:rPr>
              <a:t>The agent checks eligibility, tells the person what documents they need, helps them register, and sends an SMS and email automatically the moment a scheme opens, launches, or gets approved.</a:t>
            </a:r>
            <a:endParaRPr lang="en-US" sz="1600" dirty="0"/>
          </a:p>
        </p:txBody>
      </p:sp>
      <p:sp>
        <p:nvSpPr>
          <p:cNvPr id="33" name="Shape 26"/>
          <p:cNvSpPr/>
          <p:nvPr/>
        </p:nvSpPr>
        <p:spPr>
          <a:xfrm>
            <a:off x="685800" y="4937760"/>
            <a:ext cx="10908792" cy="1691640"/>
          </a:xfrm>
          <a:prstGeom prst="rect">
            <a:avLst/>
          </a:prstGeom>
          <a:solidFill>
            <a:srgbClr val="FFFFFF"/>
          </a:solidFill>
          <a:ln w="19050">
            <a:solidFill>
              <a:srgbClr val="F2E9DA"/>
            </a:solidFill>
            <a:prstDash val="solid"/>
          </a:ln>
        </p:spPr>
        <p:txBody>
          <a:bodyPr/>
          <a:lstStyle/>
          <a:p>
            <a:endParaRPr lang="en-IN"/>
          </a:p>
        </p:txBody>
      </p:sp>
      <p:sp>
        <p:nvSpPr>
          <p:cNvPr id="34" name="Text 27"/>
          <p:cNvSpPr/>
          <p:nvPr/>
        </p:nvSpPr>
        <p:spPr>
          <a:xfrm>
            <a:off x="868680" y="5074920"/>
            <a:ext cx="9144000" cy="320040"/>
          </a:xfrm>
          <a:prstGeom prst="rect">
            <a:avLst/>
          </a:prstGeom>
          <a:noFill/>
          <a:ln/>
        </p:spPr>
        <p:txBody>
          <a:bodyPr wrap="square" lIns="0" tIns="0" rIns="0" bIns="0" rtlCol="0" anchor="ctr"/>
          <a:lstStyle/>
          <a:p>
            <a:pPr marL="0" indent="0">
              <a:buNone/>
            </a:pPr>
            <a:r>
              <a:rPr lang="en-US" b="1" dirty="0">
                <a:latin typeface="Calibri" pitchFamily="34" charset="0"/>
                <a:ea typeface="Calibri" pitchFamily="34" charset="-122"/>
                <a:cs typeface="Calibri" pitchFamily="34" charset="-120"/>
              </a:rPr>
              <a:t>Works across every field — not just education</a:t>
            </a:r>
            <a:endParaRPr lang="en-US" dirty="0"/>
          </a:p>
        </p:txBody>
      </p:sp>
      <p:sp>
        <p:nvSpPr>
          <p:cNvPr id="35" name="Shape 28"/>
          <p:cNvSpPr/>
          <p:nvPr/>
        </p:nvSpPr>
        <p:spPr>
          <a:xfrm>
            <a:off x="868680" y="5766619"/>
            <a:ext cx="2057400" cy="487878"/>
          </a:xfrm>
          <a:prstGeom prst="roundRect">
            <a:avLst>
              <a:gd name="adj" fmla="val 45000"/>
            </a:avLst>
          </a:prstGeom>
          <a:solidFill>
            <a:schemeClr val="accent6">
              <a:lumMod val="20000"/>
              <a:lumOff val="80000"/>
            </a:schemeClr>
          </a:solidFill>
          <a:ln/>
        </p:spPr>
        <p:txBody>
          <a:bodyPr/>
          <a:lstStyle/>
          <a:p>
            <a:endParaRPr lang="en-IN"/>
          </a:p>
        </p:txBody>
      </p:sp>
      <p:sp>
        <p:nvSpPr>
          <p:cNvPr id="36" name="Text 29"/>
          <p:cNvSpPr/>
          <p:nvPr/>
        </p:nvSpPr>
        <p:spPr>
          <a:xfrm>
            <a:off x="868680" y="5486400"/>
            <a:ext cx="2057400" cy="914400"/>
          </a:xfrm>
          <a:prstGeom prst="rect">
            <a:avLst/>
          </a:prstGeom>
          <a:noFill/>
          <a:ln/>
        </p:spPr>
        <p:txBody>
          <a:bodyPr wrap="square" lIns="0" tIns="0" rIns="0" bIns="0" rtlCol="0" anchor="ctr"/>
          <a:lstStyle/>
          <a:p>
            <a:pPr marL="0" indent="0" algn="ctr">
              <a:buNone/>
            </a:pPr>
            <a:r>
              <a:rPr lang="en-US" sz="1600" b="1" dirty="0">
                <a:latin typeface="Calibri" pitchFamily="34" charset="0"/>
                <a:ea typeface="Calibri" pitchFamily="34" charset="-122"/>
                <a:cs typeface="Calibri" pitchFamily="34" charset="-120"/>
              </a:rPr>
              <a:t>Education</a:t>
            </a:r>
            <a:endParaRPr lang="en-US" sz="1600" dirty="0"/>
          </a:p>
        </p:txBody>
      </p:sp>
      <p:sp>
        <p:nvSpPr>
          <p:cNvPr id="37" name="Shape 30"/>
          <p:cNvSpPr/>
          <p:nvPr/>
        </p:nvSpPr>
        <p:spPr>
          <a:xfrm>
            <a:off x="3108960" y="5766619"/>
            <a:ext cx="1965960" cy="487878"/>
          </a:xfrm>
          <a:prstGeom prst="roundRect">
            <a:avLst>
              <a:gd name="adj" fmla="val 45000"/>
            </a:avLst>
          </a:prstGeom>
          <a:solidFill>
            <a:schemeClr val="accent6">
              <a:lumMod val="20000"/>
              <a:lumOff val="80000"/>
            </a:schemeClr>
          </a:solidFill>
          <a:ln/>
        </p:spPr>
        <p:txBody>
          <a:bodyPr/>
          <a:lstStyle/>
          <a:p>
            <a:endParaRPr lang="en-IN" dirty="0"/>
          </a:p>
        </p:txBody>
      </p:sp>
      <p:sp>
        <p:nvSpPr>
          <p:cNvPr id="38" name="Text 31"/>
          <p:cNvSpPr/>
          <p:nvPr/>
        </p:nvSpPr>
        <p:spPr>
          <a:xfrm>
            <a:off x="3017520" y="5486400"/>
            <a:ext cx="2057400" cy="914400"/>
          </a:xfrm>
          <a:prstGeom prst="rect">
            <a:avLst/>
          </a:prstGeom>
          <a:noFill/>
          <a:ln/>
        </p:spPr>
        <p:txBody>
          <a:bodyPr wrap="square" lIns="0" tIns="0" rIns="0" bIns="0" rtlCol="0" anchor="ctr"/>
          <a:lstStyle/>
          <a:p>
            <a:pPr marL="0" indent="0" algn="ctr">
              <a:buNone/>
            </a:pPr>
            <a:r>
              <a:rPr lang="en-US" sz="1600" b="1" dirty="0">
                <a:latin typeface="Calibri" pitchFamily="34" charset="0"/>
                <a:ea typeface="Calibri" pitchFamily="34" charset="-122"/>
                <a:cs typeface="Calibri" pitchFamily="34" charset="-120"/>
              </a:rPr>
              <a:t>Agriculture</a:t>
            </a:r>
            <a:endParaRPr lang="en-US" sz="1600" dirty="0"/>
          </a:p>
        </p:txBody>
      </p:sp>
      <p:sp>
        <p:nvSpPr>
          <p:cNvPr id="39" name="Shape 32"/>
          <p:cNvSpPr/>
          <p:nvPr/>
        </p:nvSpPr>
        <p:spPr>
          <a:xfrm>
            <a:off x="5166360" y="5766618"/>
            <a:ext cx="2057400" cy="487877"/>
          </a:xfrm>
          <a:prstGeom prst="roundRect">
            <a:avLst>
              <a:gd name="adj" fmla="val 45000"/>
            </a:avLst>
          </a:prstGeom>
          <a:solidFill>
            <a:schemeClr val="accent6">
              <a:lumMod val="20000"/>
              <a:lumOff val="80000"/>
            </a:schemeClr>
          </a:solidFill>
          <a:ln/>
        </p:spPr>
        <p:txBody>
          <a:bodyPr/>
          <a:lstStyle/>
          <a:p>
            <a:endParaRPr lang="en-IN"/>
          </a:p>
        </p:txBody>
      </p:sp>
      <p:sp>
        <p:nvSpPr>
          <p:cNvPr id="40" name="Text 33"/>
          <p:cNvSpPr/>
          <p:nvPr/>
        </p:nvSpPr>
        <p:spPr>
          <a:xfrm>
            <a:off x="5166360" y="5486400"/>
            <a:ext cx="2057400" cy="914400"/>
          </a:xfrm>
          <a:prstGeom prst="rect">
            <a:avLst/>
          </a:prstGeom>
          <a:noFill/>
          <a:ln/>
        </p:spPr>
        <p:txBody>
          <a:bodyPr wrap="square" lIns="0" tIns="0" rIns="0" bIns="0" rtlCol="0" anchor="ctr"/>
          <a:lstStyle/>
          <a:p>
            <a:pPr marL="0" indent="0" algn="ctr">
              <a:buNone/>
            </a:pPr>
            <a:r>
              <a:rPr lang="en-US" sz="1600" b="1" dirty="0">
                <a:latin typeface="Calibri" pitchFamily="34" charset="0"/>
                <a:ea typeface="Calibri" pitchFamily="34" charset="-122"/>
                <a:cs typeface="Calibri" pitchFamily="34" charset="-120"/>
              </a:rPr>
              <a:t>Health</a:t>
            </a:r>
            <a:endParaRPr lang="en-US" sz="1600" dirty="0"/>
          </a:p>
        </p:txBody>
      </p:sp>
      <p:sp>
        <p:nvSpPr>
          <p:cNvPr id="41" name="Shape 34"/>
          <p:cNvSpPr/>
          <p:nvPr/>
        </p:nvSpPr>
        <p:spPr>
          <a:xfrm>
            <a:off x="7315200" y="5766618"/>
            <a:ext cx="2057400" cy="487877"/>
          </a:xfrm>
          <a:prstGeom prst="roundRect">
            <a:avLst>
              <a:gd name="adj" fmla="val 45000"/>
            </a:avLst>
          </a:prstGeom>
          <a:solidFill>
            <a:schemeClr val="accent6">
              <a:lumMod val="20000"/>
              <a:lumOff val="80000"/>
            </a:schemeClr>
          </a:solidFill>
          <a:ln/>
        </p:spPr>
        <p:txBody>
          <a:bodyPr/>
          <a:lstStyle/>
          <a:p>
            <a:endParaRPr lang="en-IN"/>
          </a:p>
        </p:txBody>
      </p:sp>
      <p:sp>
        <p:nvSpPr>
          <p:cNvPr id="42" name="Text 35"/>
          <p:cNvSpPr/>
          <p:nvPr/>
        </p:nvSpPr>
        <p:spPr>
          <a:xfrm>
            <a:off x="7315200" y="5486400"/>
            <a:ext cx="2057400" cy="914400"/>
          </a:xfrm>
          <a:prstGeom prst="rect">
            <a:avLst/>
          </a:prstGeom>
          <a:noFill/>
          <a:ln/>
        </p:spPr>
        <p:txBody>
          <a:bodyPr wrap="square" lIns="0" tIns="0" rIns="0" bIns="0" rtlCol="0" anchor="ctr"/>
          <a:lstStyle/>
          <a:p>
            <a:pPr marL="0" indent="0" algn="ctr">
              <a:buNone/>
            </a:pPr>
            <a:r>
              <a:rPr lang="en-US" sz="1600" b="1" dirty="0">
                <a:latin typeface="Calibri" pitchFamily="34" charset="0"/>
                <a:ea typeface="Calibri" pitchFamily="34" charset="-122"/>
                <a:cs typeface="Calibri" pitchFamily="34" charset="-120"/>
              </a:rPr>
              <a:t>Pension &amp; Welfare</a:t>
            </a:r>
            <a:endParaRPr lang="en-US" sz="1600" dirty="0"/>
          </a:p>
        </p:txBody>
      </p:sp>
      <p:sp>
        <p:nvSpPr>
          <p:cNvPr id="43" name="Shape 36"/>
          <p:cNvSpPr/>
          <p:nvPr/>
        </p:nvSpPr>
        <p:spPr>
          <a:xfrm>
            <a:off x="9464040" y="5766618"/>
            <a:ext cx="2057400" cy="487877"/>
          </a:xfrm>
          <a:prstGeom prst="roundRect">
            <a:avLst>
              <a:gd name="adj" fmla="val 45000"/>
            </a:avLst>
          </a:prstGeom>
          <a:solidFill>
            <a:schemeClr val="accent6">
              <a:lumMod val="20000"/>
              <a:lumOff val="80000"/>
            </a:schemeClr>
          </a:solidFill>
          <a:ln/>
        </p:spPr>
        <p:txBody>
          <a:bodyPr/>
          <a:lstStyle/>
          <a:p>
            <a:endParaRPr lang="en-IN"/>
          </a:p>
        </p:txBody>
      </p:sp>
      <p:sp>
        <p:nvSpPr>
          <p:cNvPr id="44" name="Text 37"/>
          <p:cNvSpPr/>
          <p:nvPr/>
        </p:nvSpPr>
        <p:spPr>
          <a:xfrm>
            <a:off x="9464040" y="5766618"/>
            <a:ext cx="2057400" cy="487877"/>
          </a:xfrm>
          <a:prstGeom prst="rect">
            <a:avLst/>
          </a:prstGeom>
          <a:noFill/>
          <a:ln/>
        </p:spPr>
        <p:txBody>
          <a:bodyPr wrap="square" lIns="0" tIns="0" rIns="0" bIns="0" rtlCol="0" anchor="ctr"/>
          <a:lstStyle/>
          <a:p>
            <a:pPr marL="0" indent="0" algn="ctr">
              <a:buNone/>
            </a:pPr>
            <a:r>
              <a:rPr lang="en-US" sz="1600" b="1" dirty="0">
                <a:latin typeface="Calibri" pitchFamily="34" charset="0"/>
                <a:ea typeface="Calibri" pitchFamily="34" charset="-122"/>
                <a:cs typeface="Calibri" pitchFamily="34" charset="-120"/>
              </a:rPr>
              <a:t>Complaint redressal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b="1" kern="0" spc="200" dirty="0">
                <a:solidFill>
                  <a:schemeClr val="accent6">
                    <a:lumMod val="75000"/>
                  </a:schemeClr>
                </a:solidFill>
                <a:latin typeface="Calibri" pitchFamily="34" charset="0"/>
                <a:ea typeface="Calibri" pitchFamily="34" charset="-122"/>
                <a:cs typeface="Calibri" pitchFamily="34" charset="-120"/>
              </a:rPr>
              <a:t>KEY FEATURES</a:t>
            </a:r>
            <a:endParaRPr lang="en-US" dirty="0">
              <a:solidFill>
                <a:schemeClr val="accent6">
                  <a:lumMod val="75000"/>
                </a:schemeClr>
              </a:solidFill>
            </a:endParaRPr>
          </a:p>
        </p:txBody>
      </p:sp>
      <p:sp>
        <p:nvSpPr>
          <p:cNvPr id="3" name="Text 1"/>
          <p:cNvSpPr/>
          <p:nvPr/>
        </p:nvSpPr>
        <p:spPr>
          <a:xfrm>
            <a:off x="640080" y="713232"/>
            <a:ext cx="10881360" cy="640080"/>
          </a:xfrm>
          <a:prstGeom prst="rect">
            <a:avLst/>
          </a:prstGeom>
          <a:noFill/>
          <a:ln/>
        </p:spPr>
        <p:txBody>
          <a:bodyPr wrap="square" lIns="0" tIns="0" rIns="0" bIns="0" rtlCol="0" anchor="ctr"/>
          <a:lstStyle/>
          <a:p>
            <a:pPr marL="0" indent="0">
              <a:lnSpc>
                <a:spcPct val="110000"/>
              </a:lnSpc>
              <a:buNone/>
            </a:pPr>
            <a:r>
              <a:rPr lang="en-US" sz="2500" b="1" dirty="0">
                <a:solidFill>
                  <a:srgbClr val="2C3E2B"/>
                </a:solidFill>
                <a:latin typeface="Cambria" pitchFamily="34" charset="0"/>
                <a:ea typeface="Cambria" pitchFamily="34" charset="-122"/>
                <a:cs typeface="Cambria" pitchFamily="34" charset="-120"/>
              </a:rPr>
              <a:t>Four things the agent does for you</a:t>
            </a:r>
            <a:endParaRPr lang="en-US" sz="2500" dirty="0"/>
          </a:p>
        </p:txBody>
      </p:sp>
      <p:sp>
        <p:nvSpPr>
          <p:cNvPr id="4" name="Shape 2"/>
          <p:cNvSpPr/>
          <p:nvPr/>
        </p:nvSpPr>
        <p:spPr>
          <a:xfrm>
            <a:off x="640080" y="1417320"/>
            <a:ext cx="2606040" cy="5074920"/>
          </a:xfrm>
          <a:prstGeom prst="rect">
            <a:avLst/>
          </a:prstGeom>
          <a:solidFill>
            <a:srgbClr val="FFFFFF"/>
          </a:solidFill>
          <a:ln w="19050">
            <a:solidFill>
              <a:srgbClr val="F2E9DA"/>
            </a:solidFill>
            <a:prstDash val="solid"/>
          </a:ln>
        </p:spPr>
        <p:txBody>
          <a:bodyPr/>
          <a:lstStyle/>
          <a:p>
            <a:endParaRPr lang="en-IN"/>
          </a:p>
        </p:txBody>
      </p:sp>
      <p:sp>
        <p:nvSpPr>
          <p:cNvPr id="5" name="Shape 3"/>
          <p:cNvSpPr/>
          <p:nvPr/>
        </p:nvSpPr>
        <p:spPr>
          <a:xfrm>
            <a:off x="1234440" y="1645920"/>
            <a:ext cx="1417320" cy="1874520"/>
          </a:xfrm>
          <a:prstGeom prst="roundRect">
            <a:avLst>
              <a:gd name="adj" fmla="val 7742"/>
            </a:avLst>
          </a:prstGeom>
          <a:solidFill>
            <a:srgbClr val="2C3E2B"/>
          </a:solidFill>
          <a:ln/>
          <a:effectLst>
            <a:outerShdw blurRad="101600" dist="38100" dir="2700000" algn="bl" rotWithShape="0">
              <a:srgbClr val="000000">
                <a:alpha val="12000"/>
              </a:srgbClr>
            </a:outerShdw>
          </a:effectLst>
        </p:spPr>
        <p:txBody>
          <a:bodyPr/>
          <a:lstStyle/>
          <a:p>
            <a:endParaRPr lang="en-IN"/>
          </a:p>
        </p:txBody>
      </p:sp>
      <p:sp>
        <p:nvSpPr>
          <p:cNvPr id="6" name="Shape 4"/>
          <p:cNvSpPr/>
          <p:nvPr/>
        </p:nvSpPr>
        <p:spPr>
          <a:xfrm>
            <a:off x="1307592" y="1792224"/>
            <a:ext cx="1271016" cy="1581912"/>
          </a:xfrm>
          <a:prstGeom prst="roundRect">
            <a:avLst>
              <a:gd name="adj" fmla="val 4317"/>
            </a:avLst>
          </a:prstGeom>
          <a:solidFill>
            <a:srgbClr val="FFFFFF"/>
          </a:solidFill>
          <a:ln/>
        </p:spPr>
        <p:txBody>
          <a:bodyPr/>
          <a:lstStyle/>
          <a:p>
            <a:endParaRPr lang="en-IN"/>
          </a:p>
        </p:txBody>
      </p:sp>
      <p:sp>
        <p:nvSpPr>
          <p:cNvPr id="7" name="Shape 5"/>
          <p:cNvSpPr/>
          <p:nvPr/>
        </p:nvSpPr>
        <p:spPr>
          <a:xfrm>
            <a:off x="1307592" y="1792224"/>
            <a:ext cx="1271016" cy="201168"/>
          </a:xfrm>
          <a:prstGeom prst="rect">
            <a:avLst/>
          </a:prstGeom>
          <a:solidFill>
            <a:schemeClr val="accent6">
              <a:lumMod val="60000"/>
              <a:lumOff val="40000"/>
            </a:schemeClr>
          </a:solidFill>
          <a:ln/>
        </p:spPr>
        <p:txBody>
          <a:bodyPr/>
          <a:lstStyle/>
          <a:p>
            <a:endParaRPr lang="en-IN"/>
          </a:p>
        </p:txBody>
      </p:sp>
      <p:sp>
        <p:nvSpPr>
          <p:cNvPr id="8" name="Shape 6"/>
          <p:cNvSpPr/>
          <p:nvPr/>
        </p:nvSpPr>
        <p:spPr>
          <a:xfrm>
            <a:off x="1362456" y="2103120"/>
            <a:ext cx="553212" cy="384048"/>
          </a:xfrm>
          <a:prstGeom prst="roundRect">
            <a:avLst>
              <a:gd name="adj" fmla="val 9524"/>
            </a:avLst>
          </a:prstGeom>
          <a:solidFill>
            <a:srgbClr val="F2E9DA"/>
          </a:solidFill>
          <a:ln/>
        </p:spPr>
        <p:txBody>
          <a:bodyPr/>
          <a:lstStyle/>
          <a:p>
            <a:endParaRPr lang="en-IN"/>
          </a:p>
        </p:txBody>
      </p:sp>
      <p:pic>
        <p:nvPicPr>
          <p:cNvPr id="9" name="Image 0" descr="images/icon_education.png"/>
          <p:cNvPicPr>
            <a:picLocks noChangeAspect="1"/>
          </p:cNvPicPr>
          <p:nvPr/>
        </p:nvPicPr>
        <p:blipFill>
          <a:blip r:embed="rId3"/>
          <a:stretch>
            <a:fillRect/>
          </a:stretch>
        </p:blipFill>
        <p:spPr>
          <a:xfrm>
            <a:off x="1435608" y="2176272"/>
            <a:ext cx="237744" cy="237744"/>
          </a:xfrm>
          <a:prstGeom prst="rect">
            <a:avLst/>
          </a:prstGeom>
        </p:spPr>
      </p:pic>
      <p:sp>
        <p:nvSpPr>
          <p:cNvPr id="10" name="Shape 7"/>
          <p:cNvSpPr/>
          <p:nvPr/>
        </p:nvSpPr>
        <p:spPr>
          <a:xfrm>
            <a:off x="1970532" y="2103120"/>
            <a:ext cx="553212" cy="384048"/>
          </a:xfrm>
          <a:prstGeom prst="roundRect">
            <a:avLst>
              <a:gd name="adj" fmla="val 9524"/>
            </a:avLst>
          </a:prstGeom>
          <a:solidFill>
            <a:srgbClr val="F2E9DA"/>
          </a:solidFill>
          <a:ln/>
        </p:spPr>
        <p:txBody>
          <a:bodyPr/>
          <a:lstStyle/>
          <a:p>
            <a:endParaRPr lang="en-IN"/>
          </a:p>
        </p:txBody>
      </p:sp>
      <p:pic>
        <p:nvPicPr>
          <p:cNvPr id="11" name="Image 1" descr="images/icon_agriculture.png"/>
          <p:cNvPicPr>
            <a:picLocks noChangeAspect="1"/>
          </p:cNvPicPr>
          <p:nvPr/>
        </p:nvPicPr>
        <p:blipFill>
          <a:blip r:embed="rId4"/>
          <a:stretch>
            <a:fillRect/>
          </a:stretch>
        </p:blipFill>
        <p:spPr>
          <a:xfrm>
            <a:off x="2043684" y="2176272"/>
            <a:ext cx="237744" cy="237744"/>
          </a:xfrm>
          <a:prstGeom prst="rect">
            <a:avLst/>
          </a:prstGeom>
        </p:spPr>
      </p:pic>
      <p:sp>
        <p:nvSpPr>
          <p:cNvPr id="12" name="Shape 8"/>
          <p:cNvSpPr/>
          <p:nvPr/>
        </p:nvSpPr>
        <p:spPr>
          <a:xfrm>
            <a:off x="1362456" y="2560320"/>
            <a:ext cx="553212" cy="384048"/>
          </a:xfrm>
          <a:prstGeom prst="roundRect">
            <a:avLst>
              <a:gd name="adj" fmla="val 9524"/>
            </a:avLst>
          </a:prstGeom>
          <a:solidFill>
            <a:srgbClr val="F2E9DA"/>
          </a:solidFill>
          <a:ln/>
        </p:spPr>
        <p:txBody>
          <a:bodyPr/>
          <a:lstStyle/>
          <a:p>
            <a:endParaRPr lang="en-IN"/>
          </a:p>
        </p:txBody>
      </p:sp>
      <p:pic>
        <p:nvPicPr>
          <p:cNvPr id="13" name="Image 2" descr="images/icon_health.png"/>
          <p:cNvPicPr>
            <a:picLocks noChangeAspect="1"/>
          </p:cNvPicPr>
          <p:nvPr/>
        </p:nvPicPr>
        <p:blipFill>
          <a:blip r:embed="rId5"/>
          <a:stretch>
            <a:fillRect/>
          </a:stretch>
        </p:blipFill>
        <p:spPr>
          <a:xfrm>
            <a:off x="1435608" y="2633472"/>
            <a:ext cx="237744" cy="237744"/>
          </a:xfrm>
          <a:prstGeom prst="rect">
            <a:avLst/>
          </a:prstGeom>
        </p:spPr>
      </p:pic>
      <p:sp>
        <p:nvSpPr>
          <p:cNvPr id="14" name="Shape 9"/>
          <p:cNvSpPr/>
          <p:nvPr/>
        </p:nvSpPr>
        <p:spPr>
          <a:xfrm>
            <a:off x="1970532" y="2560320"/>
            <a:ext cx="553212" cy="384048"/>
          </a:xfrm>
          <a:prstGeom prst="roundRect">
            <a:avLst>
              <a:gd name="adj" fmla="val 9524"/>
            </a:avLst>
          </a:prstGeom>
          <a:solidFill>
            <a:srgbClr val="F2E9DA"/>
          </a:solidFill>
          <a:ln/>
        </p:spPr>
        <p:txBody>
          <a:bodyPr/>
          <a:lstStyle/>
          <a:p>
            <a:endParaRPr lang="en-IN"/>
          </a:p>
        </p:txBody>
      </p:sp>
      <p:pic>
        <p:nvPicPr>
          <p:cNvPr id="15" name="Image 3" descr="images/icon_pension.png"/>
          <p:cNvPicPr>
            <a:picLocks noChangeAspect="1"/>
          </p:cNvPicPr>
          <p:nvPr/>
        </p:nvPicPr>
        <p:blipFill>
          <a:blip r:embed="rId6"/>
          <a:stretch>
            <a:fillRect/>
          </a:stretch>
        </p:blipFill>
        <p:spPr>
          <a:xfrm>
            <a:off x="2043684" y="2633472"/>
            <a:ext cx="237744" cy="237744"/>
          </a:xfrm>
          <a:prstGeom prst="rect">
            <a:avLst/>
          </a:prstGeom>
        </p:spPr>
      </p:pic>
      <p:sp>
        <p:nvSpPr>
          <p:cNvPr id="16" name="Text 10"/>
          <p:cNvSpPr/>
          <p:nvPr/>
        </p:nvSpPr>
        <p:spPr>
          <a:xfrm>
            <a:off x="749808" y="3703320"/>
            <a:ext cx="2386584" cy="594360"/>
          </a:xfrm>
          <a:prstGeom prst="rect">
            <a:avLst/>
          </a:prstGeom>
          <a:noFill/>
          <a:ln/>
        </p:spPr>
        <p:txBody>
          <a:bodyPr wrap="square" lIns="0" tIns="0" rIns="0" bIns="0" rtlCol="0" anchor="ctr"/>
          <a:lstStyle/>
          <a:p>
            <a:pPr marL="0" indent="0" algn="ctr">
              <a:lnSpc>
                <a:spcPct val="110000"/>
              </a:lnSpc>
              <a:buNone/>
            </a:pPr>
            <a:r>
              <a:rPr lang="en-US" b="1" dirty="0">
                <a:solidFill>
                  <a:srgbClr val="2C3E2B"/>
                </a:solidFill>
                <a:latin typeface="Calibri" pitchFamily="34" charset="0"/>
                <a:ea typeface="Calibri" pitchFamily="34" charset="-122"/>
                <a:cs typeface="Calibri" pitchFamily="34" charset="-120"/>
              </a:rPr>
              <a:t>One agent, every scheme</a:t>
            </a:r>
            <a:endParaRPr lang="en-US" dirty="0"/>
          </a:p>
        </p:txBody>
      </p:sp>
      <p:sp>
        <p:nvSpPr>
          <p:cNvPr id="17" name="Text 11"/>
          <p:cNvSpPr/>
          <p:nvPr/>
        </p:nvSpPr>
        <p:spPr>
          <a:xfrm>
            <a:off x="804672" y="4480560"/>
            <a:ext cx="2276856" cy="1828800"/>
          </a:xfrm>
          <a:prstGeom prst="rect">
            <a:avLst/>
          </a:prstGeom>
          <a:noFill/>
          <a:ln/>
        </p:spPr>
        <p:txBody>
          <a:bodyPr wrap="square" lIns="0" tIns="0" rIns="0" bIns="0" rtlCol="0" anchor="ctr"/>
          <a:lstStyle/>
          <a:p>
            <a:pPr marL="0" indent="0" algn="ctr">
              <a:lnSpc>
                <a:spcPct val="125000"/>
              </a:lnSpc>
              <a:buNone/>
            </a:pPr>
            <a:r>
              <a:rPr lang="en-US" sz="1600" dirty="0">
                <a:latin typeface="Calibri" pitchFamily="34" charset="0"/>
                <a:ea typeface="Calibri" pitchFamily="34" charset="-122"/>
                <a:cs typeface="Calibri" pitchFamily="34" charset="-120"/>
              </a:rPr>
              <a:t>Pick a category — education, farming, health, pension, or complaints — and start from your problem, not a department name.</a:t>
            </a:r>
            <a:endParaRPr lang="en-US" sz="1600" dirty="0"/>
          </a:p>
        </p:txBody>
      </p:sp>
      <p:sp>
        <p:nvSpPr>
          <p:cNvPr id="18" name="Shape 12"/>
          <p:cNvSpPr/>
          <p:nvPr/>
        </p:nvSpPr>
        <p:spPr>
          <a:xfrm>
            <a:off x="3355848" y="1417320"/>
            <a:ext cx="2606040" cy="5074920"/>
          </a:xfrm>
          <a:prstGeom prst="rect">
            <a:avLst/>
          </a:prstGeom>
          <a:solidFill>
            <a:srgbClr val="FFFFFF"/>
          </a:solidFill>
          <a:ln w="19050">
            <a:solidFill>
              <a:srgbClr val="F2E9DA"/>
            </a:solidFill>
            <a:prstDash val="solid"/>
          </a:ln>
        </p:spPr>
        <p:txBody>
          <a:bodyPr/>
          <a:lstStyle/>
          <a:p>
            <a:endParaRPr lang="en-IN"/>
          </a:p>
        </p:txBody>
      </p:sp>
      <p:sp>
        <p:nvSpPr>
          <p:cNvPr id="19" name="Shape 13"/>
          <p:cNvSpPr/>
          <p:nvPr/>
        </p:nvSpPr>
        <p:spPr>
          <a:xfrm>
            <a:off x="3950208" y="1645920"/>
            <a:ext cx="1417320" cy="1874520"/>
          </a:xfrm>
          <a:prstGeom prst="roundRect">
            <a:avLst>
              <a:gd name="adj" fmla="val 7742"/>
            </a:avLst>
          </a:prstGeom>
          <a:solidFill>
            <a:srgbClr val="2C3E2B"/>
          </a:solidFill>
          <a:ln/>
          <a:effectLst>
            <a:outerShdw blurRad="101600" dist="38100" dir="2700000" algn="bl" rotWithShape="0">
              <a:srgbClr val="000000">
                <a:alpha val="12000"/>
              </a:srgbClr>
            </a:outerShdw>
          </a:effectLst>
        </p:spPr>
        <p:txBody>
          <a:bodyPr/>
          <a:lstStyle/>
          <a:p>
            <a:endParaRPr lang="en-IN"/>
          </a:p>
        </p:txBody>
      </p:sp>
      <p:sp>
        <p:nvSpPr>
          <p:cNvPr id="20" name="Shape 14"/>
          <p:cNvSpPr/>
          <p:nvPr/>
        </p:nvSpPr>
        <p:spPr>
          <a:xfrm>
            <a:off x="4023360" y="1792224"/>
            <a:ext cx="1271016" cy="1581912"/>
          </a:xfrm>
          <a:prstGeom prst="roundRect">
            <a:avLst>
              <a:gd name="adj" fmla="val 4317"/>
            </a:avLst>
          </a:prstGeom>
          <a:solidFill>
            <a:srgbClr val="FFFFFF"/>
          </a:solidFill>
          <a:ln/>
        </p:spPr>
        <p:txBody>
          <a:bodyPr/>
          <a:lstStyle/>
          <a:p>
            <a:endParaRPr lang="en-IN"/>
          </a:p>
        </p:txBody>
      </p:sp>
      <p:sp>
        <p:nvSpPr>
          <p:cNvPr id="21" name="Shape 15"/>
          <p:cNvSpPr/>
          <p:nvPr/>
        </p:nvSpPr>
        <p:spPr>
          <a:xfrm>
            <a:off x="4023360" y="1792224"/>
            <a:ext cx="1271016" cy="201168"/>
          </a:xfrm>
          <a:prstGeom prst="rect">
            <a:avLst/>
          </a:prstGeom>
          <a:solidFill>
            <a:schemeClr val="accent6">
              <a:lumMod val="60000"/>
              <a:lumOff val="40000"/>
            </a:schemeClr>
          </a:solidFill>
          <a:ln/>
        </p:spPr>
        <p:txBody>
          <a:bodyPr/>
          <a:lstStyle/>
          <a:p>
            <a:endParaRPr lang="en-IN"/>
          </a:p>
        </p:txBody>
      </p:sp>
      <p:sp>
        <p:nvSpPr>
          <p:cNvPr id="22" name="Shape 16"/>
          <p:cNvSpPr/>
          <p:nvPr/>
        </p:nvSpPr>
        <p:spPr>
          <a:xfrm>
            <a:off x="4078224" y="2084832"/>
            <a:ext cx="1161288" cy="566928"/>
          </a:xfrm>
          <a:prstGeom prst="roundRect">
            <a:avLst>
              <a:gd name="adj" fmla="val 8065"/>
            </a:avLst>
          </a:prstGeom>
          <a:solidFill>
            <a:srgbClr val="F2E9DA"/>
          </a:solidFill>
          <a:ln/>
        </p:spPr>
        <p:txBody>
          <a:bodyPr/>
          <a:lstStyle/>
          <a:p>
            <a:endParaRPr lang="en-IN"/>
          </a:p>
        </p:txBody>
      </p:sp>
      <p:pic>
        <p:nvPicPr>
          <p:cNvPr id="23" name="Image 4" descr="images/icon_bell_white.png"/>
          <p:cNvPicPr>
            <a:picLocks noChangeAspect="1"/>
          </p:cNvPicPr>
          <p:nvPr/>
        </p:nvPicPr>
        <p:blipFill>
          <a:blip r:embed="rId7"/>
          <a:stretch>
            <a:fillRect/>
          </a:stretch>
        </p:blipFill>
        <p:spPr>
          <a:xfrm>
            <a:off x="4142232" y="2176272"/>
            <a:ext cx="274320" cy="274320"/>
          </a:xfrm>
          <a:prstGeom prst="rect">
            <a:avLst/>
          </a:prstGeom>
        </p:spPr>
      </p:pic>
      <p:sp>
        <p:nvSpPr>
          <p:cNvPr id="24" name="Text 17"/>
          <p:cNvSpPr/>
          <p:nvPr/>
        </p:nvSpPr>
        <p:spPr>
          <a:xfrm>
            <a:off x="4480560" y="2157984"/>
            <a:ext cx="722376" cy="182880"/>
          </a:xfrm>
          <a:prstGeom prst="rect">
            <a:avLst/>
          </a:prstGeom>
          <a:noFill/>
          <a:ln/>
        </p:spPr>
        <p:txBody>
          <a:bodyPr wrap="square" lIns="0" tIns="0" rIns="0" bIns="0" rtlCol="0" anchor="ctr"/>
          <a:lstStyle/>
          <a:p>
            <a:pPr marL="0" indent="0">
              <a:buNone/>
            </a:pPr>
            <a:r>
              <a:rPr lang="en-US" sz="750" b="1" dirty="0">
                <a:solidFill>
                  <a:srgbClr val="2C3E2B"/>
                </a:solidFill>
                <a:latin typeface="Calibri" pitchFamily="34" charset="0"/>
                <a:ea typeface="Calibri" pitchFamily="34" charset="-122"/>
                <a:cs typeface="Calibri" pitchFamily="34" charset="-120"/>
              </a:rPr>
              <a:t>Approved: Pension scheme</a:t>
            </a:r>
            <a:endParaRPr lang="en-US" sz="750" dirty="0"/>
          </a:p>
        </p:txBody>
      </p:sp>
      <p:sp>
        <p:nvSpPr>
          <p:cNvPr id="25" name="Text 18"/>
          <p:cNvSpPr/>
          <p:nvPr/>
        </p:nvSpPr>
        <p:spPr>
          <a:xfrm>
            <a:off x="4480560" y="2340864"/>
            <a:ext cx="722376" cy="182880"/>
          </a:xfrm>
          <a:prstGeom prst="rect">
            <a:avLst/>
          </a:prstGeom>
          <a:noFill/>
          <a:ln/>
        </p:spPr>
        <p:txBody>
          <a:bodyPr wrap="square" lIns="0" tIns="0" rIns="0" bIns="0" rtlCol="0" anchor="ctr"/>
          <a:lstStyle/>
          <a:p>
            <a:pPr marL="0" indent="0">
              <a:buNone/>
            </a:pPr>
            <a:r>
              <a:rPr lang="en-US" sz="700" dirty="0">
                <a:solidFill>
                  <a:srgbClr val="5B6B53"/>
                </a:solidFill>
                <a:latin typeface="Calibri" pitchFamily="34" charset="0"/>
                <a:ea typeface="Calibri" pitchFamily="34" charset="-122"/>
                <a:cs typeface="Calibri" pitchFamily="34" charset="-120"/>
              </a:rPr>
              <a:t>SMS + Email sent</a:t>
            </a:r>
            <a:endParaRPr lang="en-US" sz="700" dirty="0"/>
          </a:p>
        </p:txBody>
      </p:sp>
      <p:sp>
        <p:nvSpPr>
          <p:cNvPr id="26" name="Text 19"/>
          <p:cNvSpPr/>
          <p:nvPr/>
        </p:nvSpPr>
        <p:spPr>
          <a:xfrm>
            <a:off x="3465576" y="3703320"/>
            <a:ext cx="2386584" cy="594360"/>
          </a:xfrm>
          <a:prstGeom prst="rect">
            <a:avLst/>
          </a:prstGeom>
          <a:noFill/>
          <a:ln/>
        </p:spPr>
        <p:txBody>
          <a:bodyPr wrap="square" lIns="0" tIns="0" rIns="0" bIns="0" rtlCol="0" anchor="ctr"/>
          <a:lstStyle/>
          <a:p>
            <a:pPr marL="0" indent="0" algn="ctr">
              <a:lnSpc>
                <a:spcPct val="110000"/>
              </a:lnSpc>
              <a:buNone/>
            </a:pPr>
            <a:r>
              <a:rPr lang="en-US" b="1" dirty="0">
                <a:solidFill>
                  <a:srgbClr val="2C3E2B"/>
                </a:solidFill>
                <a:latin typeface="Calibri" pitchFamily="34" charset="0"/>
                <a:ea typeface="Calibri" pitchFamily="34" charset="-122"/>
                <a:cs typeface="Calibri" pitchFamily="34" charset="-120"/>
              </a:rPr>
              <a:t>Automatic notifications</a:t>
            </a:r>
            <a:endParaRPr lang="en-US" dirty="0"/>
          </a:p>
        </p:txBody>
      </p:sp>
      <p:sp>
        <p:nvSpPr>
          <p:cNvPr id="27" name="Text 20"/>
          <p:cNvSpPr/>
          <p:nvPr/>
        </p:nvSpPr>
        <p:spPr>
          <a:xfrm>
            <a:off x="3520440" y="4297680"/>
            <a:ext cx="2276856" cy="2011680"/>
          </a:xfrm>
          <a:prstGeom prst="rect">
            <a:avLst/>
          </a:prstGeom>
          <a:noFill/>
          <a:ln/>
        </p:spPr>
        <p:txBody>
          <a:bodyPr wrap="square" lIns="0" tIns="0" rIns="0" bIns="0" rtlCol="0" anchor="ctr"/>
          <a:lstStyle/>
          <a:p>
            <a:pPr marL="0" indent="0" algn="ctr">
              <a:lnSpc>
                <a:spcPct val="125000"/>
              </a:lnSpc>
              <a:buNone/>
            </a:pPr>
            <a:r>
              <a:rPr lang="en-US" dirty="0">
                <a:latin typeface="Calibri" pitchFamily="34" charset="0"/>
                <a:ea typeface="Calibri" pitchFamily="34" charset="-122"/>
                <a:cs typeface="Calibri" pitchFamily="34" charset="-120"/>
              </a:rPr>
              <a:t>The moment you're eligible, approved, or a new scheme opens — an SMS and email go out on their own</a:t>
            </a:r>
            <a:r>
              <a:rPr lang="en-US" dirty="0">
                <a:solidFill>
                  <a:srgbClr val="5B6B53"/>
                </a:solidFill>
                <a:latin typeface="Calibri" pitchFamily="34" charset="0"/>
                <a:ea typeface="Calibri" pitchFamily="34" charset="-122"/>
                <a:cs typeface="Calibri" pitchFamily="34" charset="-120"/>
              </a:rPr>
              <a:t>.</a:t>
            </a:r>
            <a:endParaRPr lang="en-US" dirty="0"/>
          </a:p>
        </p:txBody>
      </p:sp>
      <p:sp>
        <p:nvSpPr>
          <p:cNvPr id="28" name="Shape 21"/>
          <p:cNvSpPr/>
          <p:nvPr/>
        </p:nvSpPr>
        <p:spPr>
          <a:xfrm>
            <a:off x="6071616" y="1417320"/>
            <a:ext cx="2606040" cy="5074920"/>
          </a:xfrm>
          <a:prstGeom prst="rect">
            <a:avLst/>
          </a:prstGeom>
          <a:solidFill>
            <a:srgbClr val="FFFFFF"/>
          </a:solidFill>
          <a:ln w="19050">
            <a:solidFill>
              <a:srgbClr val="F2E9DA"/>
            </a:solidFill>
            <a:prstDash val="solid"/>
          </a:ln>
        </p:spPr>
        <p:txBody>
          <a:bodyPr/>
          <a:lstStyle/>
          <a:p>
            <a:endParaRPr lang="en-IN"/>
          </a:p>
        </p:txBody>
      </p:sp>
      <p:sp>
        <p:nvSpPr>
          <p:cNvPr id="29" name="Shape 22"/>
          <p:cNvSpPr/>
          <p:nvPr/>
        </p:nvSpPr>
        <p:spPr>
          <a:xfrm>
            <a:off x="6665976" y="1645920"/>
            <a:ext cx="1417320" cy="1874520"/>
          </a:xfrm>
          <a:prstGeom prst="roundRect">
            <a:avLst>
              <a:gd name="adj" fmla="val 7742"/>
            </a:avLst>
          </a:prstGeom>
          <a:solidFill>
            <a:srgbClr val="2C3E2B"/>
          </a:solidFill>
          <a:ln/>
          <a:effectLst>
            <a:outerShdw blurRad="101600" dist="38100" dir="2700000" algn="bl" rotWithShape="0">
              <a:srgbClr val="000000">
                <a:alpha val="12000"/>
              </a:srgbClr>
            </a:outerShdw>
          </a:effectLst>
        </p:spPr>
        <p:txBody>
          <a:bodyPr/>
          <a:lstStyle/>
          <a:p>
            <a:endParaRPr lang="en-IN"/>
          </a:p>
        </p:txBody>
      </p:sp>
      <p:sp>
        <p:nvSpPr>
          <p:cNvPr id="30" name="Shape 23"/>
          <p:cNvSpPr/>
          <p:nvPr/>
        </p:nvSpPr>
        <p:spPr>
          <a:xfrm>
            <a:off x="6739128" y="1792224"/>
            <a:ext cx="1271016" cy="1581912"/>
          </a:xfrm>
          <a:prstGeom prst="roundRect">
            <a:avLst>
              <a:gd name="adj" fmla="val 4317"/>
            </a:avLst>
          </a:prstGeom>
          <a:solidFill>
            <a:srgbClr val="FFFFFF"/>
          </a:solidFill>
          <a:ln/>
        </p:spPr>
        <p:txBody>
          <a:bodyPr/>
          <a:lstStyle/>
          <a:p>
            <a:endParaRPr lang="en-IN"/>
          </a:p>
        </p:txBody>
      </p:sp>
      <p:sp>
        <p:nvSpPr>
          <p:cNvPr id="31" name="Shape 24"/>
          <p:cNvSpPr/>
          <p:nvPr/>
        </p:nvSpPr>
        <p:spPr>
          <a:xfrm>
            <a:off x="6739128" y="1792224"/>
            <a:ext cx="1271016" cy="201168"/>
          </a:xfrm>
          <a:prstGeom prst="rect">
            <a:avLst/>
          </a:prstGeom>
          <a:solidFill>
            <a:schemeClr val="accent6">
              <a:lumMod val="60000"/>
              <a:lumOff val="40000"/>
            </a:schemeClr>
          </a:solidFill>
          <a:ln/>
        </p:spPr>
        <p:txBody>
          <a:bodyPr/>
          <a:lstStyle/>
          <a:p>
            <a:endParaRPr lang="en-IN"/>
          </a:p>
        </p:txBody>
      </p:sp>
      <p:sp>
        <p:nvSpPr>
          <p:cNvPr id="32" name="Shape 25"/>
          <p:cNvSpPr/>
          <p:nvPr/>
        </p:nvSpPr>
        <p:spPr>
          <a:xfrm>
            <a:off x="6793992" y="2084832"/>
            <a:ext cx="826160" cy="274320"/>
          </a:xfrm>
          <a:prstGeom prst="roundRect">
            <a:avLst>
              <a:gd name="adj" fmla="val 20000"/>
            </a:avLst>
          </a:prstGeom>
          <a:solidFill>
            <a:srgbClr val="F2E9DA"/>
          </a:solidFill>
          <a:ln/>
        </p:spPr>
        <p:txBody>
          <a:bodyPr/>
          <a:lstStyle/>
          <a:p>
            <a:endParaRPr lang="en-IN"/>
          </a:p>
        </p:txBody>
      </p:sp>
      <p:sp>
        <p:nvSpPr>
          <p:cNvPr id="33" name="Text 26"/>
          <p:cNvSpPr/>
          <p:nvPr/>
        </p:nvSpPr>
        <p:spPr>
          <a:xfrm>
            <a:off x="6848856" y="2084832"/>
            <a:ext cx="734720" cy="274320"/>
          </a:xfrm>
          <a:prstGeom prst="rect">
            <a:avLst/>
          </a:prstGeom>
          <a:noFill/>
          <a:ln/>
        </p:spPr>
        <p:txBody>
          <a:bodyPr wrap="square" lIns="0" tIns="0" rIns="0" bIns="0" rtlCol="0" anchor="ctr"/>
          <a:lstStyle/>
          <a:p>
            <a:pPr marL="0" indent="0" algn="ctr">
              <a:buNone/>
            </a:pPr>
            <a:r>
              <a:rPr lang="en-US" sz="800" dirty="0">
                <a:solidFill>
                  <a:srgbClr val="2C3E2B"/>
                </a:solidFill>
                <a:latin typeface="Calibri" pitchFamily="34" charset="0"/>
                <a:ea typeface="Calibri" pitchFamily="34" charset="-122"/>
                <a:cs typeface="Calibri" pitchFamily="34" charset="-120"/>
              </a:rPr>
              <a:t>मुझे मदद चाहिे</a:t>
            </a:r>
            <a:endParaRPr lang="en-US" sz="800" dirty="0"/>
          </a:p>
        </p:txBody>
      </p:sp>
      <p:sp>
        <p:nvSpPr>
          <p:cNvPr id="34" name="Shape 27"/>
          <p:cNvSpPr/>
          <p:nvPr/>
        </p:nvSpPr>
        <p:spPr>
          <a:xfrm>
            <a:off x="7129120" y="2414016"/>
            <a:ext cx="826160" cy="274320"/>
          </a:xfrm>
          <a:prstGeom prst="roundRect">
            <a:avLst>
              <a:gd name="adj" fmla="val 20000"/>
            </a:avLst>
          </a:prstGeom>
          <a:solidFill>
            <a:schemeClr val="accent6">
              <a:lumMod val="60000"/>
              <a:lumOff val="40000"/>
            </a:schemeClr>
          </a:solidFill>
          <a:ln/>
        </p:spPr>
        <p:txBody>
          <a:bodyPr/>
          <a:lstStyle/>
          <a:p>
            <a:endParaRPr lang="en-IN"/>
          </a:p>
        </p:txBody>
      </p:sp>
      <p:sp>
        <p:nvSpPr>
          <p:cNvPr id="35" name="Text 28"/>
          <p:cNvSpPr/>
          <p:nvPr/>
        </p:nvSpPr>
        <p:spPr>
          <a:xfrm>
            <a:off x="7129120" y="2414016"/>
            <a:ext cx="826160" cy="274320"/>
          </a:xfrm>
          <a:prstGeom prst="rect">
            <a:avLst/>
          </a:prstGeom>
          <a:noFill/>
          <a:ln/>
        </p:spPr>
        <p:txBody>
          <a:bodyPr wrap="square" lIns="0" tIns="0" rIns="0" bIns="0" rtlCol="0" anchor="ctr"/>
          <a:lstStyle/>
          <a:p>
            <a:pPr marL="0" indent="0" algn="ctr">
              <a:buNone/>
            </a:pPr>
            <a:r>
              <a:rPr lang="en-US" sz="800" dirty="0">
                <a:solidFill>
                  <a:srgbClr val="FFFFFF"/>
                </a:solidFill>
                <a:latin typeface="Calibri" pitchFamily="34" charset="0"/>
                <a:ea typeface="Calibri" pitchFamily="34" charset="-122"/>
                <a:cs typeface="Calibri" pitchFamily="34" charset="-120"/>
              </a:rPr>
              <a:t>Sure, tell me more</a:t>
            </a:r>
            <a:endParaRPr lang="en-US" sz="800" dirty="0"/>
          </a:p>
        </p:txBody>
      </p:sp>
      <p:sp>
        <p:nvSpPr>
          <p:cNvPr id="36" name="Text 29"/>
          <p:cNvSpPr/>
          <p:nvPr/>
        </p:nvSpPr>
        <p:spPr>
          <a:xfrm>
            <a:off x="6181344" y="3703320"/>
            <a:ext cx="2386584" cy="594360"/>
          </a:xfrm>
          <a:prstGeom prst="rect">
            <a:avLst/>
          </a:prstGeom>
          <a:noFill/>
          <a:ln/>
        </p:spPr>
        <p:txBody>
          <a:bodyPr wrap="square" lIns="0" tIns="0" rIns="0" bIns="0" rtlCol="0" anchor="ctr"/>
          <a:lstStyle/>
          <a:p>
            <a:pPr marL="0" indent="0" algn="ctr">
              <a:lnSpc>
                <a:spcPct val="110000"/>
              </a:lnSpc>
              <a:buNone/>
            </a:pPr>
            <a:r>
              <a:rPr lang="en-US" sz="1600" b="1" dirty="0">
                <a:solidFill>
                  <a:srgbClr val="2C3E2B"/>
                </a:solidFill>
                <a:latin typeface="Calibri" pitchFamily="34" charset="0"/>
                <a:ea typeface="Calibri" pitchFamily="34" charset="-122"/>
                <a:cs typeface="Calibri" pitchFamily="34" charset="-120"/>
              </a:rPr>
              <a:t>Hindi + English, voice or text</a:t>
            </a:r>
            <a:endParaRPr lang="en-US" sz="1600" dirty="0"/>
          </a:p>
        </p:txBody>
      </p:sp>
      <p:sp>
        <p:nvSpPr>
          <p:cNvPr id="37" name="Text 30"/>
          <p:cNvSpPr/>
          <p:nvPr/>
        </p:nvSpPr>
        <p:spPr>
          <a:xfrm>
            <a:off x="6236208" y="4297680"/>
            <a:ext cx="2276856" cy="2011680"/>
          </a:xfrm>
          <a:prstGeom prst="rect">
            <a:avLst/>
          </a:prstGeom>
          <a:noFill/>
          <a:ln/>
        </p:spPr>
        <p:txBody>
          <a:bodyPr wrap="square" lIns="0" tIns="0" rIns="0" bIns="0" rtlCol="0" anchor="ctr"/>
          <a:lstStyle/>
          <a:p>
            <a:pPr marL="0" indent="0" algn="ctr">
              <a:lnSpc>
                <a:spcPct val="125000"/>
              </a:lnSpc>
              <a:buNone/>
            </a:pPr>
            <a:r>
              <a:rPr lang="en-US" dirty="0">
                <a:latin typeface="Calibri" pitchFamily="34" charset="0"/>
                <a:ea typeface="Calibri" pitchFamily="34" charset="-122"/>
                <a:cs typeface="Calibri" pitchFamily="34" charset="-120"/>
              </a:rPr>
              <a:t>Speaks the user's language — literally — so literacy or smartphone comfort is never a barrier</a:t>
            </a:r>
            <a:r>
              <a:rPr lang="en-US" dirty="0">
                <a:solidFill>
                  <a:srgbClr val="5B6B53"/>
                </a:solidFill>
                <a:latin typeface="Calibri" pitchFamily="34" charset="0"/>
                <a:ea typeface="Calibri" pitchFamily="34" charset="-122"/>
                <a:cs typeface="Calibri" pitchFamily="34" charset="-120"/>
              </a:rPr>
              <a:t>.</a:t>
            </a:r>
            <a:endParaRPr lang="en-US" dirty="0"/>
          </a:p>
        </p:txBody>
      </p:sp>
      <p:sp>
        <p:nvSpPr>
          <p:cNvPr id="38" name="Shape 31"/>
          <p:cNvSpPr/>
          <p:nvPr/>
        </p:nvSpPr>
        <p:spPr>
          <a:xfrm>
            <a:off x="8787384" y="1417320"/>
            <a:ext cx="2606040" cy="5074920"/>
          </a:xfrm>
          <a:prstGeom prst="rect">
            <a:avLst/>
          </a:prstGeom>
          <a:solidFill>
            <a:srgbClr val="FFFFFF"/>
          </a:solidFill>
          <a:ln w="19050">
            <a:solidFill>
              <a:srgbClr val="F2E9DA"/>
            </a:solidFill>
            <a:prstDash val="solid"/>
          </a:ln>
        </p:spPr>
        <p:txBody>
          <a:bodyPr/>
          <a:lstStyle/>
          <a:p>
            <a:endParaRPr lang="en-IN"/>
          </a:p>
        </p:txBody>
      </p:sp>
      <p:sp>
        <p:nvSpPr>
          <p:cNvPr id="39" name="Shape 32"/>
          <p:cNvSpPr/>
          <p:nvPr/>
        </p:nvSpPr>
        <p:spPr>
          <a:xfrm>
            <a:off x="9381744" y="1645920"/>
            <a:ext cx="1417320" cy="1874520"/>
          </a:xfrm>
          <a:prstGeom prst="roundRect">
            <a:avLst>
              <a:gd name="adj" fmla="val 7742"/>
            </a:avLst>
          </a:prstGeom>
          <a:solidFill>
            <a:srgbClr val="2C3E2B"/>
          </a:solidFill>
          <a:ln/>
          <a:effectLst>
            <a:outerShdw blurRad="101600" dist="38100" dir="2700000" algn="bl" rotWithShape="0">
              <a:srgbClr val="000000">
                <a:alpha val="12000"/>
              </a:srgbClr>
            </a:outerShdw>
          </a:effectLst>
        </p:spPr>
        <p:txBody>
          <a:bodyPr/>
          <a:lstStyle/>
          <a:p>
            <a:endParaRPr lang="en-IN"/>
          </a:p>
        </p:txBody>
      </p:sp>
      <p:sp>
        <p:nvSpPr>
          <p:cNvPr id="40" name="Shape 33"/>
          <p:cNvSpPr/>
          <p:nvPr/>
        </p:nvSpPr>
        <p:spPr>
          <a:xfrm>
            <a:off x="9454896" y="1792224"/>
            <a:ext cx="1271016" cy="1581912"/>
          </a:xfrm>
          <a:prstGeom prst="roundRect">
            <a:avLst>
              <a:gd name="adj" fmla="val 4317"/>
            </a:avLst>
          </a:prstGeom>
          <a:solidFill>
            <a:srgbClr val="FFFFFF"/>
          </a:solidFill>
          <a:ln/>
        </p:spPr>
        <p:txBody>
          <a:bodyPr/>
          <a:lstStyle/>
          <a:p>
            <a:endParaRPr lang="en-IN"/>
          </a:p>
        </p:txBody>
      </p:sp>
      <p:sp>
        <p:nvSpPr>
          <p:cNvPr id="41" name="Shape 34"/>
          <p:cNvSpPr/>
          <p:nvPr/>
        </p:nvSpPr>
        <p:spPr>
          <a:xfrm>
            <a:off x="9454896" y="1792224"/>
            <a:ext cx="1271016" cy="201168"/>
          </a:xfrm>
          <a:prstGeom prst="rect">
            <a:avLst/>
          </a:prstGeom>
          <a:solidFill>
            <a:schemeClr val="accent6">
              <a:lumMod val="60000"/>
              <a:lumOff val="40000"/>
            </a:schemeClr>
          </a:solidFill>
          <a:ln/>
        </p:spPr>
        <p:txBody>
          <a:bodyPr/>
          <a:lstStyle/>
          <a:p>
            <a:endParaRPr lang="en-IN"/>
          </a:p>
        </p:txBody>
      </p:sp>
      <p:sp>
        <p:nvSpPr>
          <p:cNvPr id="42" name="Shape 35"/>
          <p:cNvSpPr/>
          <p:nvPr/>
        </p:nvSpPr>
        <p:spPr>
          <a:xfrm>
            <a:off x="9528048" y="2103120"/>
            <a:ext cx="128016" cy="128016"/>
          </a:xfrm>
          <a:prstGeom prst="ellipse">
            <a:avLst/>
          </a:prstGeom>
          <a:solidFill>
            <a:schemeClr val="tx1"/>
          </a:solidFill>
          <a:ln/>
        </p:spPr>
        <p:txBody>
          <a:bodyPr/>
          <a:lstStyle/>
          <a:p>
            <a:endParaRPr lang="en-IN"/>
          </a:p>
        </p:txBody>
      </p:sp>
      <p:sp>
        <p:nvSpPr>
          <p:cNvPr id="43" name="Text 36"/>
          <p:cNvSpPr/>
          <p:nvPr/>
        </p:nvSpPr>
        <p:spPr>
          <a:xfrm>
            <a:off x="9710928" y="2048256"/>
            <a:ext cx="950976" cy="228600"/>
          </a:xfrm>
          <a:prstGeom prst="rect">
            <a:avLst/>
          </a:prstGeom>
          <a:noFill/>
          <a:ln/>
        </p:spPr>
        <p:txBody>
          <a:bodyPr wrap="square" lIns="0" tIns="0" rIns="0" bIns="0" rtlCol="0" anchor="ctr"/>
          <a:lstStyle/>
          <a:p>
            <a:pPr marL="0" indent="0">
              <a:buNone/>
            </a:pPr>
            <a:r>
              <a:rPr lang="en-US" sz="750" dirty="0">
                <a:solidFill>
                  <a:srgbClr val="2C3E2B"/>
                </a:solidFill>
                <a:latin typeface="Calibri" pitchFamily="34" charset="0"/>
                <a:ea typeface="Calibri" pitchFamily="34" charset="-122"/>
                <a:cs typeface="Calibri" pitchFamily="34" charset="-120"/>
              </a:rPr>
              <a:t>Aadhaar card</a:t>
            </a:r>
            <a:endParaRPr lang="en-US" sz="750" dirty="0"/>
          </a:p>
        </p:txBody>
      </p:sp>
      <p:sp>
        <p:nvSpPr>
          <p:cNvPr id="44" name="Shape 37"/>
          <p:cNvSpPr/>
          <p:nvPr/>
        </p:nvSpPr>
        <p:spPr>
          <a:xfrm>
            <a:off x="9528048" y="2340864"/>
            <a:ext cx="128016" cy="128016"/>
          </a:xfrm>
          <a:prstGeom prst="ellipse">
            <a:avLst/>
          </a:prstGeom>
          <a:solidFill>
            <a:schemeClr val="tx1"/>
          </a:solidFill>
          <a:ln/>
        </p:spPr>
        <p:txBody>
          <a:bodyPr/>
          <a:lstStyle/>
          <a:p>
            <a:endParaRPr lang="en-IN"/>
          </a:p>
        </p:txBody>
      </p:sp>
      <p:sp>
        <p:nvSpPr>
          <p:cNvPr id="45" name="Text 38"/>
          <p:cNvSpPr/>
          <p:nvPr/>
        </p:nvSpPr>
        <p:spPr>
          <a:xfrm>
            <a:off x="9710928" y="2286000"/>
            <a:ext cx="950976" cy="228600"/>
          </a:xfrm>
          <a:prstGeom prst="rect">
            <a:avLst/>
          </a:prstGeom>
          <a:noFill/>
          <a:ln/>
        </p:spPr>
        <p:txBody>
          <a:bodyPr wrap="square" lIns="0" tIns="0" rIns="0" bIns="0" rtlCol="0" anchor="ctr"/>
          <a:lstStyle/>
          <a:p>
            <a:pPr marL="0" indent="0">
              <a:buNone/>
            </a:pPr>
            <a:r>
              <a:rPr lang="en-US" sz="750" dirty="0">
                <a:solidFill>
                  <a:srgbClr val="2C3E2B"/>
                </a:solidFill>
                <a:latin typeface="Calibri" pitchFamily="34" charset="0"/>
                <a:ea typeface="Calibri" pitchFamily="34" charset="-122"/>
                <a:cs typeface="Calibri" pitchFamily="34" charset="-120"/>
              </a:rPr>
              <a:t>Income certificate</a:t>
            </a:r>
            <a:endParaRPr lang="en-US" sz="750" dirty="0"/>
          </a:p>
        </p:txBody>
      </p:sp>
      <p:sp>
        <p:nvSpPr>
          <p:cNvPr id="46" name="Shape 39"/>
          <p:cNvSpPr/>
          <p:nvPr/>
        </p:nvSpPr>
        <p:spPr>
          <a:xfrm>
            <a:off x="9528048" y="2578608"/>
            <a:ext cx="128016" cy="128016"/>
          </a:xfrm>
          <a:prstGeom prst="ellipse">
            <a:avLst/>
          </a:prstGeom>
          <a:solidFill>
            <a:schemeClr val="tx1"/>
          </a:solidFill>
          <a:ln/>
        </p:spPr>
        <p:txBody>
          <a:bodyPr/>
          <a:lstStyle/>
          <a:p>
            <a:endParaRPr lang="en-IN"/>
          </a:p>
        </p:txBody>
      </p:sp>
      <p:sp>
        <p:nvSpPr>
          <p:cNvPr id="47" name="Text 40"/>
          <p:cNvSpPr/>
          <p:nvPr/>
        </p:nvSpPr>
        <p:spPr>
          <a:xfrm>
            <a:off x="9710928" y="2523744"/>
            <a:ext cx="950976" cy="228600"/>
          </a:xfrm>
          <a:prstGeom prst="rect">
            <a:avLst/>
          </a:prstGeom>
          <a:noFill/>
          <a:ln/>
        </p:spPr>
        <p:txBody>
          <a:bodyPr wrap="square" lIns="0" tIns="0" rIns="0" bIns="0" rtlCol="0" anchor="ctr"/>
          <a:lstStyle/>
          <a:p>
            <a:pPr marL="0" indent="0">
              <a:buNone/>
            </a:pPr>
            <a:r>
              <a:rPr lang="en-US" sz="750" dirty="0">
                <a:solidFill>
                  <a:srgbClr val="2C3E2B"/>
                </a:solidFill>
                <a:latin typeface="Calibri" pitchFamily="34" charset="0"/>
                <a:ea typeface="Calibri" pitchFamily="34" charset="-122"/>
                <a:cs typeface="Calibri" pitchFamily="34" charset="-120"/>
              </a:rPr>
              <a:t>Land record</a:t>
            </a:r>
            <a:endParaRPr lang="en-US" sz="750" dirty="0"/>
          </a:p>
        </p:txBody>
      </p:sp>
      <p:sp>
        <p:nvSpPr>
          <p:cNvPr id="48" name="Text 41"/>
          <p:cNvSpPr/>
          <p:nvPr/>
        </p:nvSpPr>
        <p:spPr>
          <a:xfrm>
            <a:off x="8897112" y="3703320"/>
            <a:ext cx="2386584" cy="594360"/>
          </a:xfrm>
          <a:prstGeom prst="rect">
            <a:avLst/>
          </a:prstGeom>
          <a:noFill/>
          <a:ln/>
        </p:spPr>
        <p:txBody>
          <a:bodyPr wrap="square" lIns="0" tIns="0" rIns="0" bIns="0" rtlCol="0" anchor="ctr"/>
          <a:lstStyle/>
          <a:p>
            <a:pPr marL="0" indent="0" algn="ctr">
              <a:lnSpc>
                <a:spcPct val="110000"/>
              </a:lnSpc>
              <a:buNone/>
            </a:pPr>
            <a:r>
              <a:rPr lang="en-US" b="1" dirty="0">
                <a:solidFill>
                  <a:srgbClr val="2C3E2B"/>
                </a:solidFill>
                <a:latin typeface="Calibri" pitchFamily="34" charset="0"/>
                <a:ea typeface="Calibri" pitchFamily="34" charset="-122"/>
                <a:cs typeface="Calibri" pitchFamily="34" charset="-120"/>
              </a:rPr>
              <a:t>checklist &amp; guidance</a:t>
            </a:r>
            <a:endParaRPr lang="en-US" dirty="0"/>
          </a:p>
        </p:txBody>
      </p:sp>
      <p:sp>
        <p:nvSpPr>
          <p:cNvPr id="49" name="Text 42"/>
          <p:cNvSpPr/>
          <p:nvPr/>
        </p:nvSpPr>
        <p:spPr>
          <a:xfrm>
            <a:off x="8951976" y="4297680"/>
            <a:ext cx="2276856" cy="2011680"/>
          </a:xfrm>
          <a:prstGeom prst="rect">
            <a:avLst/>
          </a:prstGeom>
          <a:noFill/>
          <a:ln/>
        </p:spPr>
        <p:txBody>
          <a:bodyPr wrap="square" lIns="0" tIns="0" rIns="0" bIns="0" rtlCol="0" anchor="ctr"/>
          <a:lstStyle/>
          <a:p>
            <a:pPr marL="0" indent="0" algn="ctr">
              <a:lnSpc>
                <a:spcPct val="125000"/>
              </a:lnSpc>
              <a:buNone/>
            </a:pPr>
            <a:r>
              <a:rPr lang="en-US" dirty="0">
                <a:latin typeface="Calibri" pitchFamily="34" charset="0"/>
                <a:ea typeface="Calibri" pitchFamily="34" charset="-122"/>
                <a:cs typeface="Calibri" pitchFamily="34" charset="-120"/>
              </a:rPr>
              <a:t>Tells you exactly which documents you still need — before you waste a trip to the office</a:t>
            </a:r>
            <a:r>
              <a:rPr lang="en-US" dirty="0">
                <a:solidFill>
                  <a:srgbClr val="5B6B53"/>
                </a:solidFill>
                <a:latin typeface="Calibri" pitchFamily="34" charset="0"/>
                <a:ea typeface="Calibri" pitchFamily="34" charset="-122"/>
                <a:cs typeface="Calibri" pitchFamily="34" charset="-120"/>
              </a:rPr>
              <a:t>.</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b="1" kern="0" spc="200" dirty="0">
                <a:solidFill>
                  <a:schemeClr val="accent6">
                    <a:lumMod val="75000"/>
                  </a:schemeClr>
                </a:solidFill>
                <a:latin typeface="Calibri" pitchFamily="34" charset="0"/>
                <a:ea typeface="Calibri" pitchFamily="34" charset="-122"/>
                <a:cs typeface="Calibri" pitchFamily="34" charset="-120"/>
              </a:rPr>
              <a:t>TECH STACK</a:t>
            </a:r>
            <a:endParaRPr lang="en-US" dirty="0">
              <a:solidFill>
                <a:schemeClr val="accent6">
                  <a:lumMod val="75000"/>
                </a:schemeClr>
              </a:solidFill>
            </a:endParaRPr>
          </a:p>
        </p:txBody>
      </p:sp>
      <p:sp>
        <p:nvSpPr>
          <p:cNvPr id="3" name="Text 1"/>
          <p:cNvSpPr/>
          <p:nvPr/>
        </p:nvSpPr>
        <p:spPr>
          <a:xfrm>
            <a:off x="640080" y="713232"/>
            <a:ext cx="10881360" cy="640080"/>
          </a:xfrm>
          <a:prstGeom prst="rect">
            <a:avLst/>
          </a:prstGeom>
          <a:noFill/>
          <a:ln/>
        </p:spPr>
        <p:txBody>
          <a:bodyPr wrap="square" lIns="0" tIns="0" rIns="0" bIns="0" rtlCol="0" anchor="ctr"/>
          <a:lstStyle/>
          <a:p>
            <a:pPr marL="0" indent="0">
              <a:lnSpc>
                <a:spcPct val="110000"/>
              </a:lnSpc>
              <a:buNone/>
            </a:pPr>
            <a:r>
              <a:rPr lang="en-US" sz="2500" b="1" dirty="0">
                <a:solidFill>
                  <a:srgbClr val="2C3E2B"/>
                </a:solidFill>
                <a:latin typeface="Cambria" pitchFamily="34" charset="0"/>
                <a:ea typeface="Cambria" pitchFamily="34" charset="-122"/>
                <a:cs typeface="Cambria" pitchFamily="34" charset="-120"/>
              </a:rPr>
              <a:t>Built with free, student-friendly tools</a:t>
            </a:r>
            <a:endParaRPr lang="en-US" sz="2500" dirty="0"/>
          </a:p>
        </p:txBody>
      </p:sp>
      <p:sp>
        <p:nvSpPr>
          <p:cNvPr id="4" name="Shape 2"/>
          <p:cNvSpPr/>
          <p:nvPr/>
        </p:nvSpPr>
        <p:spPr>
          <a:xfrm>
            <a:off x="640080" y="1371600"/>
            <a:ext cx="10908792" cy="548640"/>
          </a:xfrm>
          <a:prstGeom prst="rect">
            <a:avLst/>
          </a:prstGeom>
          <a:solidFill>
            <a:schemeClr val="accent6">
              <a:lumMod val="40000"/>
              <a:lumOff val="60000"/>
            </a:schemeClr>
          </a:solidFill>
          <a:ln/>
        </p:spPr>
        <p:txBody>
          <a:bodyPr/>
          <a:lstStyle/>
          <a:p>
            <a:endParaRPr lang="en-IN"/>
          </a:p>
        </p:txBody>
      </p:sp>
      <p:sp>
        <p:nvSpPr>
          <p:cNvPr id="5" name="Text 3"/>
          <p:cNvSpPr/>
          <p:nvPr/>
        </p:nvSpPr>
        <p:spPr>
          <a:xfrm>
            <a:off x="640080" y="1371600"/>
            <a:ext cx="10652760" cy="548640"/>
          </a:xfrm>
          <a:prstGeom prst="rect">
            <a:avLst/>
          </a:prstGeom>
          <a:noFill/>
          <a:ln/>
        </p:spPr>
        <p:txBody>
          <a:bodyPr wrap="square" lIns="0" tIns="0" rIns="0" bIns="0" rtlCol="0" anchor="ctr"/>
          <a:lstStyle/>
          <a:p>
            <a:pPr marL="0" indent="0">
              <a:buNone/>
            </a:pPr>
            <a:r>
              <a:rPr lang="en-US" sz="1600" i="1" dirty="0">
                <a:latin typeface="Calibri" pitchFamily="34" charset="0"/>
                <a:ea typeface="Calibri" pitchFamily="34" charset="-122"/>
                <a:cs typeface="Calibri" pitchFamily="34" charset="-120"/>
              </a:rPr>
              <a:t>This is our proposed framework for the prototype phase — a starting plan, not a fixed commitment. Exact tools may be refined as development needs require</a:t>
            </a:r>
            <a:r>
              <a:rPr lang="en-US" sz="1600" i="1" dirty="0">
                <a:solidFill>
                  <a:srgbClr val="2C3E2B"/>
                </a:solidFill>
                <a:latin typeface="Calibri" pitchFamily="34" charset="0"/>
                <a:ea typeface="Calibri" pitchFamily="34" charset="-122"/>
                <a:cs typeface="Calibri" pitchFamily="34" charset="-120"/>
              </a:rPr>
              <a:t>.</a:t>
            </a:r>
            <a:endParaRPr lang="en-US" sz="1600" dirty="0"/>
          </a:p>
        </p:txBody>
      </p:sp>
      <p:sp>
        <p:nvSpPr>
          <p:cNvPr id="6" name="Shape 4"/>
          <p:cNvSpPr/>
          <p:nvPr/>
        </p:nvSpPr>
        <p:spPr>
          <a:xfrm>
            <a:off x="640080" y="2121408"/>
            <a:ext cx="10908792" cy="804672"/>
          </a:xfrm>
          <a:prstGeom prst="rect">
            <a:avLst/>
          </a:prstGeom>
          <a:solidFill>
            <a:srgbClr val="FFFFFF"/>
          </a:solidFill>
          <a:ln w="19050">
            <a:solidFill>
              <a:srgbClr val="F2E9DA"/>
            </a:solidFill>
            <a:prstDash val="solid"/>
          </a:ln>
        </p:spPr>
        <p:txBody>
          <a:bodyPr/>
          <a:lstStyle/>
          <a:p>
            <a:endParaRPr lang="en-IN"/>
          </a:p>
        </p:txBody>
      </p:sp>
      <p:sp>
        <p:nvSpPr>
          <p:cNvPr id="7" name="Text 5"/>
          <p:cNvSpPr/>
          <p:nvPr/>
        </p:nvSpPr>
        <p:spPr>
          <a:xfrm>
            <a:off x="868680" y="2121408"/>
            <a:ext cx="2286000" cy="804672"/>
          </a:xfrm>
          <a:prstGeom prst="rect">
            <a:avLst/>
          </a:prstGeom>
          <a:noFill/>
          <a:ln/>
        </p:spPr>
        <p:txBody>
          <a:bodyPr wrap="square" lIns="0" tIns="0" rIns="0" bIns="0" rtlCol="0" anchor="ctr"/>
          <a:lstStyle/>
          <a:p>
            <a:pPr marL="0" indent="0">
              <a:buNone/>
            </a:pPr>
            <a:r>
              <a:rPr lang="en-US" sz="1600" b="1" dirty="0">
                <a:solidFill>
                  <a:schemeClr val="accent6">
                    <a:lumMod val="75000"/>
                  </a:schemeClr>
                </a:solidFill>
                <a:latin typeface="Calibri" pitchFamily="34" charset="0"/>
                <a:ea typeface="Calibri" pitchFamily="34" charset="-122"/>
                <a:cs typeface="Calibri" pitchFamily="34" charset="-120"/>
              </a:rPr>
              <a:t>Frontend</a:t>
            </a:r>
            <a:endParaRPr lang="en-US" sz="1600" dirty="0">
              <a:solidFill>
                <a:schemeClr val="accent6">
                  <a:lumMod val="75000"/>
                </a:schemeClr>
              </a:solidFill>
            </a:endParaRPr>
          </a:p>
        </p:txBody>
      </p:sp>
      <p:sp>
        <p:nvSpPr>
          <p:cNvPr id="8" name="Text 6"/>
          <p:cNvSpPr/>
          <p:nvPr/>
        </p:nvSpPr>
        <p:spPr>
          <a:xfrm>
            <a:off x="2492477" y="2121408"/>
            <a:ext cx="2138517" cy="804672"/>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React + Tailwind CSS</a:t>
            </a:r>
            <a:endParaRPr lang="en-US" sz="1600" dirty="0"/>
          </a:p>
        </p:txBody>
      </p:sp>
      <p:sp>
        <p:nvSpPr>
          <p:cNvPr id="9" name="Text 7"/>
          <p:cNvSpPr/>
          <p:nvPr/>
        </p:nvSpPr>
        <p:spPr>
          <a:xfrm>
            <a:off x="4778477" y="2121408"/>
            <a:ext cx="6871274" cy="804672"/>
          </a:xfrm>
          <a:prstGeom prst="rect">
            <a:avLst/>
          </a:prstGeom>
          <a:noFill/>
          <a:ln/>
        </p:spPr>
        <p:txBody>
          <a:bodyPr wrap="square" lIns="0" tIns="0" rIns="0" bIns="0" rtlCol="0" anchor="ctr"/>
          <a:lstStyle/>
          <a:p>
            <a:pPr marL="0" indent="0">
              <a:lnSpc>
                <a:spcPct val="115000"/>
              </a:lnSpc>
              <a:buNone/>
            </a:pPr>
            <a:r>
              <a:rPr lang="en-US" sz="1600" dirty="0">
                <a:latin typeface="Calibri" pitchFamily="34" charset="0"/>
                <a:ea typeface="Calibri" pitchFamily="34" charset="-122"/>
                <a:cs typeface="Calibri" pitchFamily="34" charset="-120"/>
              </a:rPr>
              <a:t>Fully responsive on mobile, tablet, and desktop by default; hosted free on Vercel</a:t>
            </a:r>
            <a:r>
              <a:rPr lang="en-US" sz="1400" dirty="0">
                <a:solidFill>
                  <a:srgbClr val="5B6B53"/>
                </a:solidFill>
                <a:latin typeface="Calibri" pitchFamily="34" charset="0"/>
                <a:ea typeface="Calibri" pitchFamily="34" charset="-122"/>
                <a:cs typeface="Calibri" pitchFamily="34" charset="-120"/>
              </a:rPr>
              <a:t>.</a:t>
            </a:r>
            <a:endParaRPr lang="en-US" sz="1400" dirty="0"/>
          </a:p>
        </p:txBody>
      </p:sp>
      <p:sp>
        <p:nvSpPr>
          <p:cNvPr id="10" name="Shape 8"/>
          <p:cNvSpPr/>
          <p:nvPr/>
        </p:nvSpPr>
        <p:spPr>
          <a:xfrm>
            <a:off x="640080" y="3008376"/>
            <a:ext cx="10908792" cy="804672"/>
          </a:xfrm>
          <a:prstGeom prst="rect">
            <a:avLst/>
          </a:prstGeom>
          <a:solidFill>
            <a:srgbClr val="FFFFFF"/>
          </a:solidFill>
          <a:ln w="19050">
            <a:solidFill>
              <a:srgbClr val="F2E9DA"/>
            </a:solidFill>
            <a:prstDash val="solid"/>
          </a:ln>
        </p:spPr>
        <p:txBody>
          <a:bodyPr/>
          <a:lstStyle/>
          <a:p>
            <a:endParaRPr lang="en-IN"/>
          </a:p>
        </p:txBody>
      </p:sp>
      <p:sp>
        <p:nvSpPr>
          <p:cNvPr id="11" name="Text 9"/>
          <p:cNvSpPr/>
          <p:nvPr/>
        </p:nvSpPr>
        <p:spPr>
          <a:xfrm>
            <a:off x="868680" y="3008376"/>
            <a:ext cx="2286000" cy="804672"/>
          </a:xfrm>
          <a:prstGeom prst="rect">
            <a:avLst/>
          </a:prstGeom>
          <a:noFill/>
          <a:ln/>
        </p:spPr>
        <p:txBody>
          <a:bodyPr wrap="square" lIns="0" tIns="0" rIns="0" bIns="0" rtlCol="0" anchor="ctr"/>
          <a:lstStyle/>
          <a:p>
            <a:pPr marL="0" indent="0">
              <a:buNone/>
            </a:pPr>
            <a:r>
              <a:rPr lang="en-US" sz="1600" b="1" dirty="0">
                <a:solidFill>
                  <a:schemeClr val="accent6">
                    <a:lumMod val="75000"/>
                  </a:schemeClr>
                </a:solidFill>
                <a:latin typeface="Calibri" pitchFamily="34" charset="0"/>
                <a:ea typeface="Calibri" pitchFamily="34" charset="-122"/>
                <a:cs typeface="Calibri" pitchFamily="34" charset="-120"/>
              </a:rPr>
              <a:t>Backend</a:t>
            </a:r>
            <a:endParaRPr lang="en-US" sz="1600" dirty="0">
              <a:solidFill>
                <a:schemeClr val="accent6">
                  <a:lumMod val="75000"/>
                </a:schemeClr>
              </a:solidFill>
            </a:endParaRPr>
          </a:p>
        </p:txBody>
      </p:sp>
      <p:sp>
        <p:nvSpPr>
          <p:cNvPr id="12" name="Text 10"/>
          <p:cNvSpPr/>
          <p:nvPr/>
        </p:nvSpPr>
        <p:spPr>
          <a:xfrm>
            <a:off x="2492478" y="3008376"/>
            <a:ext cx="2020529" cy="804672"/>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Node.js or Spring Boot</a:t>
            </a:r>
            <a:endParaRPr lang="en-US" sz="1600" dirty="0"/>
          </a:p>
        </p:txBody>
      </p:sp>
      <p:sp>
        <p:nvSpPr>
          <p:cNvPr id="13" name="Text 11"/>
          <p:cNvSpPr/>
          <p:nvPr/>
        </p:nvSpPr>
        <p:spPr>
          <a:xfrm>
            <a:off x="4778476" y="3008376"/>
            <a:ext cx="6998995" cy="804672"/>
          </a:xfrm>
          <a:prstGeom prst="rect">
            <a:avLst/>
          </a:prstGeom>
          <a:noFill/>
          <a:ln/>
        </p:spPr>
        <p:txBody>
          <a:bodyPr wrap="square" lIns="0" tIns="0" rIns="0" bIns="0" rtlCol="0" anchor="ctr"/>
          <a:lstStyle/>
          <a:p>
            <a:pPr marL="0" indent="0">
              <a:lnSpc>
                <a:spcPct val="115000"/>
              </a:lnSpc>
              <a:buNone/>
            </a:pPr>
            <a:r>
              <a:rPr lang="en-US" sz="1600" dirty="0">
                <a:latin typeface="Calibri" pitchFamily="34" charset="0"/>
                <a:ea typeface="Calibri" pitchFamily="34" charset="-122"/>
                <a:cs typeface="Calibri" pitchFamily="34" charset="-120"/>
              </a:rPr>
              <a:t>Handles eligibility logic and scheme matching; hosted free on Render</a:t>
            </a:r>
            <a:r>
              <a:rPr lang="en-US" sz="1600" dirty="0">
                <a:solidFill>
                  <a:srgbClr val="5B6B53"/>
                </a:solidFill>
                <a:latin typeface="Calibri" pitchFamily="34" charset="0"/>
                <a:ea typeface="Calibri" pitchFamily="34" charset="-122"/>
                <a:cs typeface="Calibri" pitchFamily="34" charset="-120"/>
              </a:rPr>
              <a:t>.</a:t>
            </a:r>
            <a:endParaRPr lang="en-US" sz="1600" dirty="0"/>
          </a:p>
        </p:txBody>
      </p:sp>
      <p:sp>
        <p:nvSpPr>
          <p:cNvPr id="14" name="Shape 12"/>
          <p:cNvSpPr/>
          <p:nvPr/>
        </p:nvSpPr>
        <p:spPr>
          <a:xfrm>
            <a:off x="640080" y="3895344"/>
            <a:ext cx="10908792" cy="804672"/>
          </a:xfrm>
          <a:prstGeom prst="rect">
            <a:avLst/>
          </a:prstGeom>
          <a:solidFill>
            <a:srgbClr val="FFFFFF"/>
          </a:solidFill>
          <a:ln w="19050">
            <a:solidFill>
              <a:srgbClr val="F2E9DA"/>
            </a:solidFill>
            <a:prstDash val="solid"/>
          </a:ln>
        </p:spPr>
        <p:txBody>
          <a:bodyPr/>
          <a:lstStyle/>
          <a:p>
            <a:endParaRPr lang="en-IN"/>
          </a:p>
        </p:txBody>
      </p:sp>
      <p:sp>
        <p:nvSpPr>
          <p:cNvPr id="15" name="Text 13"/>
          <p:cNvSpPr/>
          <p:nvPr/>
        </p:nvSpPr>
        <p:spPr>
          <a:xfrm>
            <a:off x="868680" y="3895344"/>
            <a:ext cx="2286000" cy="804672"/>
          </a:xfrm>
          <a:prstGeom prst="rect">
            <a:avLst/>
          </a:prstGeom>
          <a:noFill/>
          <a:ln/>
        </p:spPr>
        <p:txBody>
          <a:bodyPr wrap="square" lIns="0" tIns="0" rIns="0" bIns="0" rtlCol="0" anchor="ctr"/>
          <a:lstStyle/>
          <a:p>
            <a:pPr marL="0" indent="0">
              <a:buNone/>
            </a:pPr>
            <a:r>
              <a:rPr lang="en-US" sz="1600" b="1" dirty="0">
                <a:solidFill>
                  <a:schemeClr val="accent6">
                    <a:lumMod val="75000"/>
                  </a:schemeClr>
                </a:solidFill>
                <a:latin typeface="Calibri" pitchFamily="34" charset="0"/>
                <a:ea typeface="Calibri" pitchFamily="34" charset="-122"/>
                <a:cs typeface="Calibri" pitchFamily="34" charset="-120"/>
              </a:rPr>
              <a:t>Database &amp; Login</a:t>
            </a:r>
            <a:endParaRPr lang="en-US" sz="1600" dirty="0">
              <a:solidFill>
                <a:schemeClr val="accent6">
                  <a:lumMod val="75000"/>
                </a:schemeClr>
              </a:solidFill>
            </a:endParaRPr>
          </a:p>
        </p:txBody>
      </p:sp>
      <p:sp>
        <p:nvSpPr>
          <p:cNvPr id="16" name="Text 14"/>
          <p:cNvSpPr/>
          <p:nvPr/>
        </p:nvSpPr>
        <p:spPr>
          <a:xfrm>
            <a:off x="2492477" y="3895344"/>
            <a:ext cx="3176803" cy="804672"/>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Supabase</a:t>
            </a:r>
            <a:endParaRPr lang="en-US" sz="1600" dirty="0"/>
          </a:p>
        </p:txBody>
      </p:sp>
      <p:sp>
        <p:nvSpPr>
          <p:cNvPr id="17" name="Text 15"/>
          <p:cNvSpPr/>
          <p:nvPr/>
        </p:nvSpPr>
        <p:spPr>
          <a:xfrm>
            <a:off x="4778477" y="3895344"/>
            <a:ext cx="6605803" cy="804672"/>
          </a:xfrm>
          <a:prstGeom prst="rect">
            <a:avLst/>
          </a:prstGeom>
          <a:noFill/>
          <a:ln/>
        </p:spPr>
        <p:txBody>
          <a:bodyPr wrap="square" lIns="0" tIns="0" rIns="0" bIns="0" rtlCol="0" anchor="ctr"/>
          <a:lstStyle/>
          <a:p>
            <a:pPr marL="0" indent="0">
              <a:lnSpc>
                <a:spcPct val="115000"/>
              </a:lnSpc>
              <a:buNone/>
            </a:pPr>
            <a:r>
              <a:rPr lang="en-US" sz="1600" dirty="0">
                <a:latin typeface="Calibri" pitchFamily="34" charset="0"/>
                <a:ea typeface="Calibri" pitchFamily="34" charset="-122"/>
                <a:cs typeface="Calibri" pitchFamily="34" charset="-120"/>
              </a:rPr>
              <a:t>Free Postgres database with built-in mobile OTP login — saves setup time</a:t>
            </a:r>
            <a:r>
              <a:rPr lang="en-US" sz="1400" dirty="0">
                <a:solidFill>
                  <a:srgbClr val="5B6B53"/>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640080" y="4782312"/>
            <a:ext cx="10908792" cy="804672"/>
          </a:xfrm>
          <a:prstGeom prst="rect">
            <a:avLst/>
          </a:prstGeom>
          <a:solidFill>
            <a:srgbClr val="FFFFFF"/>
          </a:solidFill>
          <a:ln w="19050">
            <a:solidFill>
              <a:srgbClr val="F2E9DA"/>
            </a:solidFill>
            <a:prstDash val="solid"/>
          </a:ln>
        </p:spPr>
        <p:txBody>
          <a:bodyPr/>
          <a:lstStyle/>
          <a:p>
            <a:endParaRPr lang="en-IN"/>
          </a:p>
        </p:txBody>
      </p:sp>
      <p:sp>
        <p:nvSpPr>
          <p:cNvPr id="19" name="Text 17"/>
          <p:cNvSpPr/>
          <p:nvPr/>
        </p:nvSpPr>
        <p:spPr>
          <a:xfrm>
            <a:off x="868680" y="4782312"/>
            <a:ext cx="2286000" cy="804672"/>
          </a:xfrm>
          <a:prstGeom prst="rect">
            <a:avLst/>
          </a:prstGeom>
          <a:noFill/>
          <a:ln/>
        </p:spPr>
        <p:txBody>
          <a:bodyPr wrap="square" lIns="0" tIns="0" rIns="0" bIns="0" rtlCol="0" anchor="ctr"/>
          <a:lstStyle/>
          <a:p>
            <a:pPr marL="0" indent="0">
              <a:buNone/>
            </a:pPr>
            <a:r>
              <a:rPr lang="en-US" sz="1600" b="1" dirty="0">
                <a:solidFill>
                  <a:schemeClr val="accent6">
                    <a:lumMod val="75000"/>
                  </a:schemeClr>
                </a:solidFill>
                <a:latin typeface="Calibri" pitchFamily="34" charset="0"/>
                <a:ea typeface="Calibri" pitchFamily="34" charset="-122"/>
                <a:cs typeface="Calibri" pitchFamily="34" charset="-120"/>
              </a:rPr>
              <a:t>AI / Chat layer</a:t>
            </a:r>
            <a:endParaRPr lang="en-US" sz="1600" dirty="0">
              <a:solidFill>
                <a:schemeClr val="accent6">
                  <a:lumMod val="75000"/>
                </a:schemeClr>
              </a:solidFill>
            </a:endParaRPr>
          </a:p>
        </p:txBody>
      </p:sp>
      <p:sp>
        <p:nvSpPr>
          <p:cNvPr id="20" name="Text 18"/>
          <p:cNvSpPr/>
          <p:nvPr/>
        </p:nvSpPr>
        <p:spPr>
          <a:xfrm>
            <a:off x="2492478" y="4782312"/>
            <a:ext cx="3176802" cy="804672"/>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Free-tier LLM API</a:t>
            </a:r>
            <a:endParaRPr lang="en-US" sz="1600" dirty="0"/>
          </a:p>
        </p:txBody>
      </p:sp>
      <p:sp>
        <p:nvSpPr>
          <p:cNvPr id="21" name="Text 19"/>
          <p:cNvSpPr/>
          <p:nvPr/>
        </p:nvSpPr>
        <p:spPr>
          <a:xfrm>
            <a:off x="4778476" y="4782312"/>
            <a:ext cx="6605804" cy="804672"/>
          </a:xfrm>
          <a:prstGeom prst="rect">
            <a:avLst/>
          </a:prstGeom>
          <a:noFill/>
          <a:ln/>
        </p:spPr>
        <p:txBody>
          <a:bodyPr wrap="square" lIns="0" tIns="0" rIns="0" bIns="0" rtlCol="0" anchor="ctr"/>
          <a:lstStyle/>
          <a:p>
            <a:pPr marL="0" indent="0">
              <a:lnSpc>
                <a:spcPct val="115000"/>
              </a:lnSpc>
              <a:buNone/>
            </a:pPr>
            <a:r>
              <a:rPr lang="en-US" sz="1600" dirty="0">
                <a:latin typeface="Calibri" pitchFamily="34" charset="0"/>
                <a:ea typeface="Calibri" pitchFamily="34" charset="-122"/>
                <a:cs typeface="Calibri" pitchFamily="34" charset="-120"/>
              </a:rPr>
              <a:t>Powers the bilingual Hindi-English conversation with the user</a:t>
            </a:r>
            <a:r>
              <a:rPr lang="en-US" sz="1300" dirty="0">
                <a:solidFill>
                  <a:srgbClr val="5B6B53"/>
                </a:solidFill>
                <a:latin typeface="Calibri" pitchFamily="34" charset="0"/>
                <a:ea typeface="Calibri" pitchFamily="34" charset="-122"/>
                <a:cs typeface="Calibri" pitchFamily="34" charset="-120"/>
              </a:rPr>
              <a:t>.</a:t>
            </a:r>
            <a:endParaRPr lang="en-US" sz="1300" dirty="0"/>
          </a:p>
        </p:txBody>
      </p:sp>
      <p:sp>
        <p:nvSpPr>
          <p:cNvPr id="22" name="Shape 20"/>
          <p:cNvSpPr/>
          <p:nvPr/>
        </p:nvSpPr>
        <p:spPr>
          <a:xfrm>
            <a:off x="640080" y="5669280"/>
            <a:ext cx="10908792" cy="804672"/>
          </a:xfrm>
          <a:prstGeom prst="rect">
            <a:avLst/>
          </a:prstGeom>
          <a:solidFill>
            <a:srgbClr val="FFFFFF"/>
          </a:solidFill>
          <a:ln w="19050">
            <a:solidFill>
              <a:srgbClr val="F2E9DA"/>
            </a:solidFill>
            <a:prstDash val="solid"/>
          </a:ln>
        </p:spPr>
        <p:txBody>
          <a:bodyPr/>
          <a:lstStyle/>
          <a:p>
            <a:endParaRPr lang="en-IN"/>
          </a:p>
        </p:txBody>
      </p:sp>
      <p:sp>
        <p:nvSpPr>
          <p:cNvPr id="23" name="Text 21"/>
          <p:cNvSpPr/>
          <p:nvPr/>
        </p:nvSpPr>
        <p:spPr>
          <a:xfrm>
            <a:off x="868680" y="5669280"/>
            <a:ext cx="2286000" cy="804672"/>
          </a:xfrm>
          <a:prstGeom prst="rect">
            <a:avLst/>
          </a:prstGeom>
          <a:noFill/>
          <a:ln/>
        </p:spPr>
        <p:txBody>
          <a:bodyPr wrap="square" lIns="0" tIns="0" rIns="0" bIns="0" rtlCol="0" anchor="ctr"/>
          <a:lstStyle/>
          <a:p>
            <a:pPr marL="0" indent="0">
              <a:buNone/>
            </a:pPr>
            <a:r>
              <a:rPr lang="en-US" sz="1600" b="1" dirty="0">
                <a:solidFill>
                  <a:schemeClr val="accent6">
                    <a:lumMod val="75000"/>
                  </a:schemeClr>
                </a:solidFill>
                <a:latin typeface="Calibri" pitchFamily="34" charset="0"/>
                <a:ea typeface="Calibri" pitchFamily="34" charset="-122"/>
                <a:cs typeface="Calibri" pitchFamily="34" charset="-120"/>
              </a:rPr>
              <a:t>Notifications</a:t>
            </a:r>
            <a:endParaRPr lang="en-US" sz="1600" dirty="0">
              <a:solidFill>
                <a:schemeClr val="accent6">
                  <a:lumMod val="75000"/>
                </a:schemeClr>
              </a:solidFill>
            </a:endParaRPr>
          </a:p>
        </p:txBody>
      </p:sp>
      <p:sp>
        <p:nvSpPr>
          <p:cNvPr id="24" name="Text 22"/>
          <p:cNvSpPr/>
          <p:nvPr/>
        </p:nvSpPr>
        <p:spPr>
          <a:xfrm>
            <a:off x="2492477" y="5669280"/>
            <a:ext cx="2468880" cy="804672"/>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SMS &amp; Email API</a:t>
            </a:r>
            <a:endParaRPr lang="en-US" sz="1600" dirty="0"/>
          </a:p>
        </p:txBody>
      </p:sp>
      <p:sp>
        <p:nvSpPr>
          <p:cNvPr id="25" name="Text 23"/>
          <p:cNvSpPr/>
          <p:nvPr/>
        </p:nvSpPr>
        <p:spPr>
          <a:xfrm>
            <a:off x="4778477" y="5669280"/>
            <a:ext cx="6605803" cy="804672"/>
          </a:xfrm>
          <a:prstGeom prst="rect">
            <a:avLst/>
          </a:prstGeom>
          <a:noFill/>
          <a:ln/>
        </p:spPr>
        <p:txBody>
          <a:bodyPr wrap="square" lIns="0" tIns="0" rIns="0" bIns="0" rtlCol="0" anchor="ctr"/>
          <a:lstStyle/>
          <a:p>
            <a:pPr marL="0" indent="0">
              <a:lnSpc>
                <a:spcPct val="115000"/>
              </a:lnSpc>
              <a:buNone/>
            </a:pPr>
            <a:r>
              <a:rPr lang="en-US" sz="1600" dirty="0">
                <a:latin typeface="Calibri" pitchFamily="34" charset="0"/>
                <a:ea typeface="Calibri" pitchFamily="34" charset="-122"/>
                <a:cs typeface="Calibri" pitchFamily="34" charset="-120"/>
              </a:rPr>
              <a:t>Free-tier services like Fast2SMS or EmailJS to alert users automatically</a:t>
            </a:r>
            <a:r>
              <a:rPr lang="en-US" sz="1300" dirty="0">
                <a:latin typeface="Calibri" pitchFamily="34" charset="0"/>
                <a:ea typeface="Calibri" pitchFamily="34" charset="-122"/>
                <a:cs typeface="Calibri" pitchFamily="34" charset="-120"/>
              </a:rPr>
              <a: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b="1" kern="0" spc="200" dirty="0">
                <a:solidFill>
                  <a:schemeClr val="accent6">
                    <a:lumMod val="50000"/>
                  </a:schemeClr>
                </a:solidFill>
                <a:latin typeface="Calibri" pitchFamily="34" charset="0"/>
                <a:ea typeface="Calibri" pitchFamily="34" charset="-122"/>
                <a:cs typeface="Calibri" pitchFamily="34" charset="-120"/>
              </a:rPr>
              <a:t>ARCHITECTURE</a:t>
            </a:r>
            <a:endParaRPr lang="en-US" dirty="0">
              <a:solidFill>
                <a:schemeClr val="accent6">
                  <a:lumMod val="50000"/>
                </a:schemeClr>
              </a:solidFill>
            </a:endParaRPr>
          </a:p>
        </p:txBody>
      </p:sp>
      <p:sp>
        <p:nvSpPr>
          <p:cNvPr id="3" name="Text 1"/>
          <p:cNvSpPr/>
          <p:nvPr/>
        </p:nvSpPr>
        <p:spPr>
          <a:xfrm>
            <a:off x="640080" y="713232"/>
            <a:ext cx="10881360" cy="640080"/>
          </a:xfrm>
          <a:prstGeom prst="rect">
            <a:avLst/>
          </a:prstGeom>
          <a:noFill/>
          <a:ln/>
        </p:spPr>
        <p:txBody>
          <a:bodyPr wrap="square" lIns="0" tIns="0" rIns="0" bIns="0" rtlCol="0" anchor="ctr"/>
          <a:lstStyle/>
          <a:p>
            <a:pPr marL="0" indent="0">
              <a:lnSpc>
                <a:spcPct val="110000"/>
              </a:lnSpc>
              <a:buNone/>
            </a:pPr>
            <a:r>
              <a:rPr lang="en-US" sz="2500" b="1" dirty="0">
                <a:solidFill>
                  <a:srgbClr val="2C3E2B"/>
                </a:solidFill>
                <a:latin typeface="Cambria" pitchFamily="34" charset="0"/>
                <a:ea typeface="Cambria" pitchFamily="34" charset="-122"/>
                <a:cs typeface="Cambria" pitchFamily="34" charset="-120"/>
              </a:rPr>
              <a:t>How the pieces connect</a:t>
            </a:r>
            <a:endParaRPr lang="en-US" sz="2500" dirty="0"/>
          </a:p>
        </p:txBody>
      </p:sp>
      <p:sp>
        <p:nvSpPr>
          <p:cNvPr id="4" name="Text 2"/>
          <p:cNvSpPr/>
          <p:nvPr/>
        </p:nvSpPr>
        <p:spPr>
          <a:xfrm>
            <a:off x="640080" y="1207008"/>
            <a:ext cx="10515600" cy="320040"/>
          </a:xfrm>
          <a:prstGeom prst="rect">
            <a:avLst/>
          </a:prstGeom>
          <a:noFill/>
          <a:ln/>
        </p:spPr>
        <p:txBody>
          <a:bodyPr wrap="square" lIns="0" tIns="0" rIns="0" bIns="0" rtlCol="0" anchor="ctr"/>
          <a:lstStyle/>
          <a:p>
            <a:pPr marL="0" indent="0">
              <a:buNone/>
            </a:pPr>
            <a:r>
              <a:rPr lang="en-US" sz="1600" i="1" dirty="0">
                <a:latin typeface="Calibri" pitchFamily="34" charset="0"/>
                <a:ea typeface="Calibri" pitchFamily="34" charset="-122"/>
                <a:cs typeface="Calibri" pitchFamily="34" charset="-120"/>
              </a:rPr>
              <a:t>A simple, proposed architecture for the prototype — details may evolve as we build</a:t>
            </a:r>
            <a:r>
              <a:rPr lang="en-US" sz="1600" i="1" dirty="0">
                <a:solidFill>
                  <a:srgbClr val="C87A53"/>
                </a:solidFill>
                <a:latin typeface="Calibri" pitchFamily="34" charset="0"/>
                <a:ea typeface="Calibri" pitchFamily="34" charset="-122"/>
                <a:cs typeface="Calibri" pitchFamily="34" charset="-120"/>
              </a:rPr>
              <a:t>.</a:t>
            </a:r>
            <a:endParaRPr lang="en-US" sz="1600" dirty="0"/>
          </a:p>
        </p:txBody>
      </p:sp>
      <p:sp>
        <p:nvSpPr>
          <p:cNvPr id="5" name="Shape 3"/>
          <p:cNvSpPr/>
          <p:nvPr/>
        </p:nvSpPr>
        <p:spPr>
          <a:xfrm>
            <a:off x="4270248" y="1737360"/>
            <a:ext cx="3657600" cy="621792"/>
          </a:xfrm>
          <a:prstGeom prst="roundRect">
            <a:avLst>
              <a:gd name="adj" fmla="val 11765"/>
            </a:avLst>
          </a:prstGeom>
          <a:solidFill>
            <a:schemeClr val="accent6">
              <a:lumMod val="60000"/>
              <a:lumOff val="40000"/>
            </a:schemeClr>
          </a:solidFill>
          <a:ln/>
          <a:effectLst>
            <a:outerShdw blurRad="101600" dist="38100" dir="2700000" algn="bl" rotWithShape="0">
              <a:srgbClr val="000000">
                <a:alpha val="12000"/>
              </a:srgbClr>
            </a:outerShdw>
          </a:effectLst>
        </p:spPr>
        <p:txBody>
          <a:bodyPr/>
          <a:lstStyle/>
          <a:p>
            <a:endParaRPr lang="en-IN"/>
          </a:p>
        </p:txBody>
      </p:sp>
      <p:sp>
        <p:nvSpPr>
          <p:cNvPr id="6" name="Text 4"/>
          <p:cNvSpPr/>
          <p:nvPr/>
        </p:nvSpPr>
        <p:spPr>
          <a:xfrm>
            <a:off x="4270248" y="1737360"/>
            <a:ext cx="3657600" cy="621792"/>
          </a:xfrm>
          <a:prstGeom prst="rect">
            <a:avLst/>
          </a:prstGeom>
          <a:noFill/>
          <a:ln/>
        </p:spPr>
        <p:txBody>
          <a:bodyPr wrap="square" lIns="0" tIns="0" rIns="0" bIns="0" rtlCol="0" anchor="ctr"/>
          <a:lstStyle/>
          <a:p>
            <a:pPr marL="0" indent="0" algn="ctr">
              <a:buNone/>
            </a:pPr>
            <a:r>
              <a:rPr lang="en-US" sz="1600" b="1" dirty="0">
                <a:latin typeface="Calibri" pitchFamily="34" charset="0"/>
                <a:ea typeface="Calibri" pitchFamily="34" charset="-122"/>
                <a:cs typeface="Calibri" pitchFamily="34" charset="-120"/>
              </a:rPr>
              <a:t>User — on phone, tablet, or computer</a:t>
            </a:r>
            <a:endParaRPr lang="en-US" sz="1600" dirty="0"/>
          </a:p>
        </p:txBody>
      </p:sp>
      <p:sp>
        <p:nvSpPr>
          <p:cNvPr id="7" name="Text 5"/>
          <p:cNvSpPr/>
          <p:nvPr/>
        </p:nvSpPr>
        <p:spPr>
          <a:xfrm>
            <a:off x="4727448" y="2340864"/>
            <a:ext cx="2743200" cy="292608"/>
          </a:xfrm>
          <a:prstGeom prst="rect">
            <a:avLst/>
          </a:prstGeom>
          <a:noFill/>
          <a:ln/>
        </p:spPr>
        <p:txBody>
          <a:bodyPr wrap="square" lIns="0" tIns="0" rIns="0" bIns="0" rtlCol="0" anchor="ctr"/>
          <a:lstStyle/>
          <a:p>
            <a:pPr marL="0" indent="0" algn="ctr">
              <a:buNone/>
            </a:pPr>
            <a:r>
              <a:rPr lang="en-US" sz="2000" b="1" dirty="0">
                <a:solidFill>
                  <a:srgbClr val="5B6B53"/>
                </a:solidFill>
                <a:latin typeface="Calibri" pitchFamily="34" charset="0"/>
                <a:ea typeface="Calibri" pitchFamily="34" charset="-122"/>
                <a:cs typeface="Calibri" pitchFamily="34" charset="-120"/>
              </a:rPr>
              <a:t>↓</a:t>
            </a:r>
            <a:endParaRPr lang="en-US" sz="2000" dirty="0"/>
          </a:p>
        </p:txBody>
      </p:sp>
      <p:sp>
        <p:nvSpPr>
          <p:cNvPr id="8" name="Shape 6"/>
          <p:cNvSpPr/>
          <p:nvPr/>
        </p:nvSpPr>
        <p:spPr>
          <a:xfrm>
            <a:off x="4480560" y="2615184"/>
            <a:ext cx="3246120" cy="621792"/>
          </a:xfrm>
          <a:prstGeom prst="roundRect">
            <a:avLst>
              <a:gd name="adj" fmla="val 11765"/>
            </a:avLst>
          </a:prstGeom>
          <a:solidFill>
            <a:schemeClr val="accent6">
              <a:lumMod val="75000"/>
            </a:schemeClr>
          </a:solidFill>
          <a:ln/>
          <a:effectLst>
            <a:outerShdw blurRad="101600" dist="38100" dir="2700000" algn="bl" rotWithShape="0">
              <a:srgbClr val="000000">
                <a:alpha val="12000"/>
              </a:srgbClr>
            </a:outerShdw>
          </a:effectLst>
        </p:spPr>
        <p:txBody>
          <a:bodyPr/>
          <a:lstStyle/>
          <a:p>
            <a:endParaRPr lang="en-IN"/>
          </a:p>
        </p:txBody>
      </p:sp>
      <p:sp>
        <p:nvSpPr>
          <p:cNvPr id="9" name="Text 7"/>
          <p:cNvSpPr/>
          <p:nvPr/>
        </p:nvSpPr>
        <p:spPr>
          <a:xfrm>
            <a:off x="4480560" y="2615184"/>
            <a:ext cx="3246120" cy="621792"/>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Frontend — React + Tailwind</a:t>
            </a:r>
            <a:endParaRPr lang="en-US" sz="1600" dirty="0"/>
          </a:p>
          <a:p>
            <a:pPr marL="0" indent="0" algn="ctr">
              <a:buNone/>
            </a:pPr>
            <a:r>
              <a:rPr lang="en-US" sz="1600" b="1" dirty="0">
                <a:solidFill>
                  <a:srgbClr val="FFFFFF"/>
                </a:solidFill>
                <a:latin typeface="Calibri" pitchFamily="34" charset="0"/>
                <a:ea typeface="Calibri" pitchFamily="34" charset="-122"/>
                <a:cs typeface="Calibri" pitchFamily="34" charset="-120"/>
              </a:rPr>
              <a:t>(responsive website)</a:t>
            </a:r>
            <a:endParaRPr lang="en-US" sz="1600" dirty="0"/>
          </a:p>
        </p:txBody>
      </p:sp>
      <p:sp>
        <p:nvSpPr>
          <p:cNvPr id="10" name="Text 8"/>
          <p:cNvSpPr/>
          <p:nvPr/>
        </p:nvSpPr>
        <p:spPr>
          <a:xfrm>
            <a:off x="4727448" y="3218688"/>
            <a:ext cx="2743200" cy="292608"/>
          </a:xfrm>
          <a:prstGeom prst="rect">
            <a:avLst/>
          </a:prstGeom>
          <a:noFill/>
          <a:ln/>
        </p:spPr>
        <p:txBody>
          <a:bodyPr wrap="square" lIns="0" tIns="0" rIns="0" bIns="0" rtlCol="0" anchor="ctr"/>
          <a:lstStyle/>
          <a:p>
            <a:pPr marL="0" indent="0" algn="ctr">
              <a:buNone/>
            </a:pPr>
            <a:r>
              <a:rPr lang="en-US" sz="2000" b="1" dirty="0">
                <a:solidFill>
                  <a:srgbClr val="5B6B53"/>
                </a:solidFill>
                <a:latin typeface="Calibri" pitchFamily="34" charset="0"/>
                <a:ea typeface="Calibri" pitchFamily="34" charset="-122"/>
                <a:cs typeface="Calibri" pitchFamily="34" charset="-120"/>
              </a:rPr>
              <a:t>↓</a:t>
            </a:r>
            <a:endParaRPr lang="en-US" sz="2000" dirty="0"/>
          </a:p>
        </p:txBody>
      </p:sp>
      <p:sp>
        <p:nvSpPr>
          <p:cNvPr id="11" name="Shape 9"/>
          <p:cNvSpPr/>
          <p:nvPr/>
        </p:nvSpPr>
        <p:spPr>
          <a:xfrm>
            <a:off x="4343400" y="3493008"/>
            <a:ext cx="3520440" cy="621792"/>
          </a:xfrm>
          <a:prstGeom prst="roundRect">
            <a:avLst>
              <a:gd name="adj" fmla="val 11765"/>
            </a:avLst>
          </a:prstGeom>
          <a:solidFill>
            <a:schemeClr val="accent6">
              <a:lumMod val="60000"/>
              <a:lumOff val="40000"/>
            </a:schemeClr>
          </a:solidFill>
          <a:ln/>
          <a:effectLst>
            <a:outerShdw blurRad="101600" dist="38100" dir="2700000" algn="bl" rotWithShape="0">
              <a:srgbClr val="000000">
                <a:alpha val="12000"/>
              </a:srgbClr>
            </a:outerShdw>
          </a:effectLst>
        </p:spPr>
        <p:txBody>
          <a:bodyPr/>
          <a:lstStyle/>
          <a:p>
            <a:endParaRPr lang="en-IN"/>
          </a:p>
        </p:txBody>
      </p:sp>
      <p:sp>
        <p:nvSpPr>
          <p:cNvPr id="12" name="Text 10"/>
          <p:cNvSpPr/>
          <p:nvPr/>
        </p:nvSpPr>
        <p:spPr>
          <a:xfrm>
            <a:off x="4343400" y="3493008"/>
            <a:ext cx="3520440" cy="621792"/>
          </a:xfrm>
          <a:prstGeom prst="rect">
            <a:avLst/>
          </a:prstGeom>
          <a:noFill/>
          <a:ln/>
        </p:spPr>
        <p:txBody>
          <a:bodyPr wrap="square" lIns="0" tIns="0" rIns="0" bIns="0" rtlCol="0" anchor="ctr"/>
          <a:lstStyle/>
          <a:p>
            <a:pPr marL="0" indent="0" algn="ctr">
              <a:buNone/>
            </a:pPr>
            <a:r>
              <a:rPr lang="en-US" sz="1600" b="1" dirty="0">
                <a:latin typeface="Calibri" pitchFamily="34" charset="0"/>
                <a:ea typeface="Calibri" pitchFamily="34" charset="-122"/>
                <a:cs typeface="Calibri" pitchFamily="34" charset="-120"/>
              </a:rPr>
              <a:t>Backend API — Node.js / Spring Boot</a:t>
            </a:r>
            <a:endParaRPr lang="en-US" sz="1600" dirty="0"/>
          </a:p>
        </p:txBody>
      </p:sp>
      <p:sp>
        <p:nvSpPr>
          <p:cNvPr id="13" name="Shape 11"/>
          <p:cNvSpPr/>
          <p:nvPr/>
        </p:nvSpPr>
        <p:spPr>
          <a:xfrm>
            <a:off x="1828800" y="4114800"/>
            <a:ext cx="0" cy="502920"/>
          </a:xfrm>
          <a:prstGeom prst="line">
            <a:avLst/>
          </a:prstGeom>
          <a:noFill/>
          <a:ln w="19050">
            <a:solidFill>
              <a:srgbClr val="5B6B53"/>
            </a:solidFill>
            <a:prstDash val="solid"/>
          </a:ln>
        </p:spPr>
        <p:txBody>
          <a:bodyPr/>
          <a:lstStyle/>
          <a:p>
            <a:endParaRPr lang="en-IN"/>
          </a:p>
        </p:txBody>
      </p:sp>
      <p:sp>
        <p:nvSpPr>
          <p:cNvPr id="14" name="Shape 12"/>
          <p:cNvSpPr/>
          <p:nvPr/>
        </p:nvSpPr>
        <p:spPr>
          <a:xfrm>
            <a:off x="6099048" y="4114800"/>
            <a:ext cx="0" cy="502920"/>
          </a:xfrm>
          <a:prstGeom prst="line">
            <a:avLst/>
          </a:prstGeom>
          <a:noFill/>
          <a:ln w="19050">
            <a:solidFill>
              <a:srgbClr val="5B6B53"/>
            </a:solidFill>
            <a:prstDash val="solid"/>
          </a:ln>
        </p:spPr>
        <p:txBody>
          <a:bodyPr/>
          <a:lstStyle/>
          <a:p>
            <a:endParaRPr lang="en-IN"/>
          </a:p>
        </p:txBody>
      </p:sp>
      <p:sp>
        <p:nvSpPr>
          <p:cNvPr id="15" name="Shape 13"/>
          <p:cNvSpPr/>
          <p:nvPr/>
        </p:nvSpPr>
        <p:spPr>
          <a:xfrm>
            <a:off x="10332720" y="4114800"/>
            <a:ext cx="0" cy="502920"/>
          </a:xfrm>
          <a:prstGeom prst="line">
            <a:avLst/>
          </a:prstGeom>
          <a:noFill/>
          <a:ln w="19050">
            <a:solidFill>
              <a:srgbClr val="5B6B53"/>
            </a:solidFill>
            <a:prstDash val="solid"/>
          </a:ln>
        </p:spPr>
        <p:txBody>
          <a:bodyPr/>
          <a:lstStyle/>
          <a:p>
            <a:endParaRPr lang="en-IN"/>
          </a:p>
        </p:txBody>
      </p:sp>
      <p:sp>
        <p:nvSpPr>
          <p:cNvPr id="16" name="Shape 14"/>
          <p:cNvSpPr/>
          <p:nvPr/>
        </p:nvSpPr>
        <p:spPr>
          <a:xfrm>
            <a:off x="1844040" y="4144296"/>
            <a:ext cx="8503920" cy="0"/>
          </a:xfrm>
          <a:prstGeom prst="line">
            <a:avLst/>
          </a:prstGeom>
          <a:noFill/>
          <a:ln w="19050">
            <a:solidFill>
              <a:srgbClr val="5B6B53"/>
            </a:solidFill>
            <a:prstDash val="solid"/>
          </a:ln>
        </p:spPr>
        <p:txBody>
          <a:bodyPr/>
          <a:lstStyle/>
          <a:p>
            <a:endParaRPr lang="en-IN"/>
          </a:p>
        </p:txBody>
      </p:sp>
      <p:sp>
        <p:nvSpPr>
          <p:cNvPr id="17" name="Shape 15"/>
          <p:cNvSpPr/>
          <p:nvPr/>
        </p:nvSpPr>
        <p:spPr>
          <a:xfrm>
            <a:off x="640080" y="4617720"/>
            <a:ext cx="2423160" cy="914400"/>
          </a:xfrm>
          <a:prstGeom prst="roundRect">
            <a:avLst>
              <a:gd name="adj" fmla="val 8000"/>
            </a:avLst>
          </a:prstGeom>
          <a:solidFill>
            <a:schemeClr val="accent6">
              <a:lumMod val="60000"/>
              <a:lumOff val="40000"/>
            </a:schemeClr>
          </a:solidFill>
          <a:ln/>
          <a:effectLst>
            <a:outerShdw blurRad="101600" dist="38100" dir="2700000" algn="bl" rotWithShape="0">
              <a:srgbClr val="000000">
                <a:alpha val="12000"/>
              </a:srgbClr>
            </a:outerShdw>
          </a:effectLst>
        </p:spPr>
        <p:txBody>
          <a:bodyPr/>
          <a:lstStyle/>
          <a:p>
            <a:endParaRPr lang="en-IN"/>
          </a:p>
        </p:txBody>
      </p:sp>
      <p:sp>
        <p:nvSpPr>
          <p:cNvPr id="18" name="Shape 16"/>
          <p:cNvSpPr/>
          <p:nvPr/>
        </p:nvSpPr>
        <p:spPr>
          <a:xfrm>
            <a:off x="594361" y="4617720"/>
            <a:ext cx="109727" cy="914400"/>
          </a:xfrm>
          <a:prstGeom prst="rect">
            <a:avLst/>
          </a:prstGeom>
          <a:solidFill>
            <a:schemeClr val="accent6">
              <a:lumMod val="50000"/>
            </a:schemeClr>
          </a:solidFill>
          <a:ln/>
        </p:spPr>
        <p:txBody>
          <a:bodyPr/>
          <a:lstStyle/>
          <a:p>
            <a:endParaRPr lang="en-IN"/>
          </a:p>
        </p:txBody>
      </p:sp>
      <p:sp>
        <p:nvSpPr>
          <p:cNvPr id="19" name="Text 17"/>
          <p:cNvSpPr/>
          <p:nvPr/>
        </p:nvSpPr>
        <p:spPr>
          <a:xfrm>
            <a:off x="804672" y="4700016"/>
            <a:ext cx="2194560" cy="292608"/>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Database &amp; Login</a:t>
            </a:r>
            <a:endParaRPr lang="en-US" sz="1600" dirty="0"/>
          </a:p>
        </p:txBody>
      </p:sp>
      <p:sp>
        <p:nvSpPr>
          <p:cNvPr id="20" name="Text 18"/>
          <p:cNvSpPr/>
          <p:nvPr/>
        </p:nvSpPr>
        <p:spPr>
          <a:xfrm>
            <a:off x="804672" y="5010912"/>
            <a:ext cx="2194560" cy="457200"/>
          </a:xfrm>
          <a:prstGeom prst="rect">
            <a:avLst/>
          </a:prstGeom>
          <a:noFill/>
          <a:ln/>
        </p:spPr>
        <p:txBody>
          <a:bodyPr wrap="square" lIns="0" tIns="0" rIns="0" bIns="0" rtlCol="0" anchor="ctr"/>
          <a:lstStyle/>
          <a:p>
            <a:pPr marL="0" indent="0">
              <a:lnSpc>
                <a:spcPct val="115000"/>
              </a:lnSpc>
              <a:buNone/>
            </a:pPr>
            <a:r>
              <a:rPr lang="en-US" sz="1400" dirty="0">
                <a:latin typeface="Calibri" pitchFamily="34" charset="0"/>
                <a:ea typeface="Calibri" pitchFamily="34" charset="-122"/>
                <a:cs typeface="Calibri" pitchFamily="34" charset="-120"/>
              </a:rPr>
              <a:t>Supabase (Postgres + OTP</a:t>
            </a:r>
            <a:r>
              <a:rPr lang="en-US" sz="1200" dirty="0">
                <a:solidFill>
                  <a:srgbClr val="5B6B53"/>
                </a:solidFill>
                <a:latin typeface="Calibri" pitchFamily="34" charset="0"/>
                <a:ea typeface="Calibri" pitchFamily="34" charset="-122"/>
                <a:cs typeface="Calibri" pitchFamily="34" charset="-120"/>
              </a:rPr>
              <a:t>)</a:t>
            </a:r>
            <a:endParaRPr lang="en-US" sz="1200" dirty="0"/>
          </a:p>
        </p:txBody>
      </p:sp>
      <p:sp>
        <p:nvSpPr>
          <p:cNvPr id="21" name="Shape 19"/>
          <p:cNvSpPr/>
          <p:nvPr/>
        </p:nvSpPr>
        <p:spPr>
          <a:xfrm>
            <a:off x="4910328" y="4617720"/>
            <a:ext cx="2816352" cy="914400"/>
          </a:xfrm>
          <a:prstGeom prst="roundRect">
            <a:avLst>
              <a:gd name="adj" fmla="val 8000"/>
            </a:avLst>
          </a:prstGeom>
          <a:solidFill>
            <a:schemeClr val="accent6">
              <a:lumMod val="60000"/>
              <a:lumOff val="40000"/>
            </a:schemeClr>
          </a:solidFill>
          <a:ln/>
          <a:effectLst>
            <a:outerShdw blurRad="101600" dist="38100" dir="2700000" algn="bl" rotWithShape="0">
              <a:srgbClr val="000000">
                <a:alpha val="12000"/>
              </a:srgbClr>
            </a:outerShdw>
          </a:effectLst>
        </p:spPr>
        <p:txBody>
          <a:bodyPr/>
          <a:lstStyle/>
          <a:p>
            <a:endParaRPr lang="en-IN"/>
          </a:p>
        </p:txBody>
      </p:sp>
      <p:sp>
        <p:nvSpPr>
          <p:cNvPr id="22" name="Shape 20"/>
          <p:cNvSpPr/>
          <p:nvPr/>
        </p:nvSpPr>
        <p:spPr>
          <a:xfrm>
            <a:off x="4895089" y="4617720"/>
            <a:ext cx="79247" cy="914400"/>
          </a:xfrm>
          <a:prstGeom prst="rect">
            <a:avLst/>
          </a:prstGeom>
          <a:solidFill>
            <a:schemeClr val="accent6">
              <a:lumMod val="50000"/>
            </a:schemeClr>
          </a:solidFill>
          <a:ln/>
        </p:spPr>
        <p:txBody>
          <a:bodyPr/>
          <a:lstStyle/>
          <a:p>
            <a:endParaRPr lang="en-IN"/>
          </a:p>
        </p:txBody>
      </p:sp>
      <p:sp>
        <p:nvSpPr>
          <p:cNvPr id="23" name="Text 21"/>
          <p:cNvSpPr/>
          <p:nvPr/>
        </p:nvSpPr>
        <p:spPr>
          <a:xfrm>
            <a:off x="5074920" y="4700016"/>
            <a:ext cx="2194560" cy="292608"/>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AI / Chat layer</a:t>
            </a:r>
            <a:endParaRPr lang="en-US" sz="1600" dirty="0"/>
          </a:p>
        </p:txBody>
      </p:sp>
      <p:sp>
        <p:nvSpPr>
          <p:cNvPr id="24" name="Text 22"/>
          <p:cNvSpPr/>
          <p:nvPr/>
        </p:nvSpPr>
        <p:spPr>
          <a:xfrm>
            <a:off x="5074920" y="5010912"/>
            <a:ext cx="2587752" cy="457200"/>
          </a:xfrm>
          <a:prstGeom prst="rect">
            <a:avLst/>
          </a:prstGeom>
          <a:noFill/>
          <a:ln/>
        </p:spPr>
        <p:txBody>
          <a:bodyPr wrap="square" lIns="0" tIns="0" rIns="0" bIns="0" rtlCol="0" anchor="ctr"/>
          <a:lstStyle/>
          <a:p>
            <a:pPr marL="0" indent="0">
              <a:lnSpc>
                <a:spcPct val="115000"/>
              </a:lnSpc>
              <a:buNone/>
            </a:pPr>
            <a:r>
              <a:rPr lang="en-US" sz="1400" dirty="0">
                <a:latin typeface="Calibri" pitchFamily="34" charset="0"/>
                <a:ea typeface="Calibri" pitchFamily="34" charset="-122"/>
                <a:cs typeface="Calibri" pitchFamily="34" charset="-120"/>
              </a:rPr>
              <a:t>Free-tier LLM API (Hindi + English</a:t>
            </a:r>
            <a:r>
              <a:rPr lang="en-US" sz="1400" dirty="0">
                <a:solidFill>
                  <a:srgbClr val="5B6B53"/>
                </a:solidFill>
                <a:latin typeface="Calibri" pitchFamily="34" charset="0"/>
                <a:ea typeface="Calibri" pitchFamily="34" charset="-122"/>
                <a:cs typeface="Calibri" pitchFamily="34" charset="-120"/>
              </a:rPr>
              <a:t>)</a:t>
            </a:r>
            <a:endParaRPr lang="en-US" sz="1400" dirty="0"/>
          </a:p>
        </p:txBody>
      </p:sp>
      <p:sp>
        <p:nvSpPr>
          <p:cNvPr id="25" name="Shape 23"/>
          <p:cNvSpPr/>
          <p:nvPr/>
        </p:nvSpPr>
        <p:spPr>
          <a:xfrm>
            <a:off x="8822443" y="4617720"/>
            <a:ext cx="3081514" cy="914400"/>
          </a:xfrm>
          <a:prstGeom prst="roundRect">
            <a:avLst>
              <a:gd name="adj" fmla="val 8000"/>
            </a:avLst>
          </a:prstGeom>
          <a:solidFill>
            <a:schemeClr val="accent6">
              <a:lumMod val="60000"/>
              <a:lumOff val="40000"/>
            </a:schemeClr>
          </a:solidFill>
          <a:ln/>
          <a:effectLst>
            <a:outerShdw blurRad="101600" dist="38100" dir="2700000" algn="bl" rotWithShape="0">
              <a:srgbClr val="000000">
                <a:alpha val="12000"/>
              </a:srgbClr>
            </a:outerShdw>
          </a:effectLst>
        </p:spPr>
        <p:txBody>
          <a:bodyPr/>
          <a:lstStyle/>
          <a:p>
            <a:endParaRPr lang="en-IN"/>
          </a:p>
        </p:txBody>
      </p:sp>
      <p:sp>
        <p:nvSpPr>
          <p:cNvPr id="26" name="Shape 24"/>
          <p:cNvSpPr/>
          <p:nvPr/>
        </p:nvSpPr>
        <p:spPr>
          <a:xfrm flipH="1">
            <a:off x="8823201" y="4617720"/>
            <a:ext cx="92198" cy="914400"/>
          </a:xfrm>
          <a:prstGeom prst="rect">
            <a:avLst/>
          </a:prstGeom>
          <a:solidFill>
            <a:schemeClr val="accent6">
              <a:lumMod val="50000"/>
            </a:schemeClr>
          </a:solidFill>
          <a:ln/>
        </p:spPr>
        <p:txBody>
          <a:bodyPr/>
          <a:lstStyle/>
          <a:p>
            <a:endParaRPr lang="en-IN"/>
          </a:p>
        </p:txBody>
      </p:sp>
      <p:sp>
        <p:nvSpPr>
          <p:cNvPr id="27" name="Text 25"/>
          <p:cNvSpPr/>
          <p:nvPr/>
        </p:nvSpPr>
        <p:spPr>
          <a:xfrm>
            <a:off x="9040210" y="4736593"/>
            <a:ext cx="2194560" cy="292608"/>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Notification service</a:t>
            </a:r>
            <a:endParaRPr lang="en-US" sz="1600" dirty="0"/>
          </a:p>
        </p:txBody>
      </p:sp>
      <p:sp>
        <p:nvSpPr>
          <p:cNvPr id="28" name="Text 26"/>
          <p:cNvSpPr/>
          <p:nvPr/>
        </p:nvSpPr>
        <p:spPr>
          <a:xfrm>
            <a:off x="9008353" y="5010912"/>
            <a:ext cx="2895603" cy="457200"/>
          </a:xfrm>
          <a:prstGeom prst="rect">
            <a:avLst/>
          </a:prstGeom>
          <a:noFill/>
          <a:ln/>
        </p:spPr>
        <p:txBody>
          <a:bodyPr wrap="square" lIns="0" tIns="0" rIns="0" bIns="0" rtlCol="0" anchor="ctr"/>
          <a:lstStyle/>
          <a:p>
            <a:pPr marL="0" indent="0">
              <a:lnSpc>
                <a:spcPct val="115000"/>
              </a:lnSpc>
              <a:buNone/>
            </a:pPr>
            <a:r>
              <a:rPr lang="en-US" sz="1400" dirty="0">
                <a:latin typeface="Calibri" pitchFamily="34" charset="0"/>
                <a:ea typeface="Calibri" pitchFamily="34" charset="-122"/>
                <a:cs typeface="Calibri" pitchFamily="34" charset="-120"/>
              </a:rPr>
              <a:t>SMS + Email API (Fast2SMS, EmailJS)</a:t>
            </a:r>
            <a:endParaRPr lang="en-US" sz="1400" dirty="0"/>
          </a:p>
        </p:txBody>
      </p:sp>
      <p:sp>
        <p:nvSpPr>
          <p:cNvPr id="29" name="Shape 27"/>
          <p:cNvSpPr/>
          <p:nvPr/>
        </p:nvSpPr>
        <p:spPr>
          <a:xfrm>
            <a:off x="4480560" y="5870448"/>
            <a:ext cx="3246120" cy="621792"/>
          </a:xfrm>
          <a:prstGeom prst="roundRect">
            <a:avLst>
              <a:gd name="adj" fmla="val 11765"/>
            </a:avLst>
          </a:prstGeom>
          <a:solidFill>
            <a:schemeClr val="accent6">
              <a:lumMod val="75000"/>
            </a:schemeClr>
          </a:solidFill>
          <a:ln w="19050">
            <a:solidFill>
              <a:srgbClr val="F2E9DA"/>
            </a:solidFill>
            <a:prstDash val="solid"/>
          </a:ln>
        </p:spPr>
        <p:txBody>
          <a:bodyPr/>
          <a:lstStyle/>
          <a:p>
            <a:endParaRPr lang="en-IN"/>
          </a:p>
        </p:txBody>
      </p:sp>
      <p:sp>
        <p:nvSpPr>
          <p:cNvPr id="30" name="Text 28"/>
          <p:cNvSpPr/>
          <p:nvPr/>
        </p:nvSpPr>
        <p:spPr>
          <a:xfrm>
            <a:off x="4480560" y="5870448"/>
            <a:ext cx="3246120" cy="621792"/>
          </a:xfrm>
          <a:prstGeom prst="rect">
            <a:avLst/>
          </a:prstGeom>
          <a:noFill/>
          <a:ln/>
        </p:spPr>
        <p:txBody>
          <a:bodyPr wrap="square" lIns="0" tIns="0" rIns="0" bIns="0" rtlCol="0" anchor="ctr"/>
          <a:lstStyle/>
          <a:p>
            <a:pPr marL="0" indent="0" algn="ctr">
              <a:buNone/>
            </a:pPr>
            <a:r>
              <a:rPr lang="en-US" sz="1600" dirty="0">
                <a:solidFill>
                  <a:schemeClr val="bg1"/>
                </a:solidFill>
                <a:latin typeface="Calibri" pitchFamily="34" charset="0"/>
                <a:ea typeface="Calibri" pitchFamily="34" charset="-122"/>
                <a:cs typeface="Calibri" pitchFamily="34" charset="-120"/>
              </a:rPr>
              <a:t>Scheme data: curated seed dataset,</a:t>
            </a:r>
            <a:endParaRPr lang="en-US" sz="1600" dirty="0">
              <a:solidFill>
                <a:schemeClr val="bg1"/>
              </a:solidFill>
            </a:endParaRPr>
          </a:p>
          <a:p>
            <a:pPr marL="0" indent="0" algn="ctr">
              <a:buNone/>
            </a:pPr>
            <a:r>
              <a:rPr lang="en-US" sz="1600" dirty="0">
                <a:solidFill>
                  <a:schemeClr val="bg1"/>
                </a:solidFill>
                <a:latin typeface="Calibri" pitchFamily="34" charset="0"/>
                <a:ea typeface="Calibri" pitchFamily="34" charset="-122"/>
                <a:cs typeface="Calibri" pitchFamily="34" charset="-120"/>
              </a:rPr>
              <a:t>modeled on myscheme.gov.in</a:t>
            </a:r>
            <a:endParaRPr lang="en-US" sz="1600" dirty="0">
              <a:solidFill>
                <a:schemeClr val="bg1"/>
              </a:solidFill>
            </a:endParaRPr>
          </a:p>
        </p:txBody>
      </p:sp>
      <p:sp>
        <p:nvSpPr>
          <p:cNvPr id="31" name="Text 29"/>
          <p:cNvSpPr/>
          <p:nvPr/>
        </p:nvSpPr>
        <p:spPr>
          <a:xfrm>
            <a:off x="4727448" y="5550408"/>
            <a:ext cx="2743200" cy="292608"/>
          </a:xfrm>
          <a:prstGeom prst="rect">
            <a:avLst/>
          </a:prstGeom>
          <a:noFill/>
          <a:ln/>
        </p:spPr>
        <p:txBody>
          <a:bodyPr wrap="square" lIns="0" tIns="0" rIns="0" bIns="0" rtlCol="0" anchor="ctr"/>
          <a:lstStyle/>
          <a:p>
            <a:pPr marL="0" indent="0" algn="ctr">
              <a:buNone/>
            </a:pPr>
            <a:r>
              <a:rPr lang="en-US" sz="1800" b="1" dirty="0">
                <a:solidFill>
                  <a:srgbClr val="5B6B53"/>
                </a:solidFill>
                <a:latin typeface="Calibri" pitchFamily="34" charset="0"/>
                <a:ea typeface="Calibri" pitchFamily="34" charset="-122"/>
                <a:cs typeface="Calibri" pitchFamily="34" charset="-120"/>
              </a:rPr>
              <a:t>↑</a:t>
            </a:r>
            <a:endParaRPr lang="en-US" sz="1800" dirty="0"/>
          </a:p>
        </p:txBody>
      </p:sp>
      <p:pic>
        <p:nvPicPr>
          <p:cNvPr id="34" name="Picture 33" descr="indian woman using mobile phone, village near jaipur, india - poor indian woman on the phone stock pictures, royalty-free photos &amp; images">
            <a:extLst>
              <a:ext uri="{FF2B5EF4-FFF2-40B4-BE49-F238E27FC236}">
                <a16:creationId xmlns:a16="http://schemas.microsoft.com/office/drawing/2014/main" id="{7FB09FCF-C9D3-E552-7D7D-2EF56BD32F29}"/>
              </a:ext>
            </a:extLst>
          </p:cNvPr>
          <p:cNvPicPr>
            <a:picLocks noChangeAspect="1"/>
          </p:cNvPicPr>
          <p:nvPr/>
        </p:nvPicPr>
        <p:blipFill>
          <a:blip r:embed="rId3"/>
          <a:stretch>
            <a:fillRect/>
          </a:stretch>
        </p:blipFill>
        <p:spPr>
          <a:xfrm>
            <a:off x="9040211" y="280220"/>
            <a:ext cx="2863746" cy="295675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8B25027-E47F-D945-FAFB-AF57FC8B5D1E}"/>
              </a:ext>
            </a:extLst>
          </p:cNvPr>
          <p:cNvSpPr/>
          <p:nvPr/>
        </p:nvSpPr>
        <p:spPr>
          <a:xfrm>
            <a:off x="640080" y="384048"/>
            <a:ext cx="7315200" cy="320040"/>
          </a:xfrm>
          <a:prstGeom prst="rect">
            <a:avLst/>
          </a:prstGeom>
          <a:noFill/>
          <a:ln/>
        </p:spPr>
        <p:txBody>
          <a:bodyPr wrap="square" lIns="0" tIns="0" rIns="0" bIns="0" rtlCol="0" anchor="ctr"/>
          <a:lstStyle/>
          <a:p>
            <a:pPr marL="0" indent="0">
              <a:buNone/>
            </a:pPr>
            <a:r>
              <a:rPr lang="en-US" sz="2000" b="1" kern="0" spc="200" dirty="0">
                <a:solidFill>
                  <a:schemeClr val="accent6">
                    <a:lumMod val="50000"/>
                  </a:schemeClr>
                </a:solidFill>
                <a:latin typeface="Calibri" pitchFamily="34" charset="0"/>
                <a:ea typeface="Calibri" pitchFamily="34" charset="-122"/>
                <a:cs typeface="Calibri" pitchFamily="34" charset="-120"/>
              </a:rPr>
              <a:t>REAL STORIES</a:t>
            </a:r>
            <a:endParaRPr lang="en-US" sz="2000" dirty="0">
              <a:solidFill>
                <a:schemeClr val="accent6">
                  <a:lumMod val="50000"/>
                </a:schemeClr>
              </a:solidFill>
            </a:endParaRPr>
          </a:p>
        </p:txBody>
      </p:sp>
      <p:sp>
        <p:nvSpPr>
          <p:cNvPr id="3" name="Text 1">
            <a:extLst>
              <a:ext uri="{FF2B5EF4-FFF2-40B4-BE49-F238E27FC236}">
                <a16:creationId xmlns:a16="http://schemas.microsoft.com/office/drawing/2014/main" id="{FF6F6E09-79DE-CE81-D275-F7F9C3568700}"/>
              </a:ext>
            </a:extLst>
          </p:cNvPr>
          <p:cNvSpPr/>
          <p:nvPr/>
        </p:nvSpPr>
        <p:spPr>
          <a:xfrm>
            <a:off x="640080" y="713232"/>
            <a:ext cx="10881360" cy="640080"/>
          </a:xfrm>
          <a:prstGeom prst="rect">
            <a:avLst/>
          </a:prstGeom>
          <a:noFill/>
          <a:ln/>
        </p:spPr>
        <p:txBody>
          <a:bodyPr wrap="square" lIns="0" tIns="0" rIns="0" bIns="0" rtlCol="0" anchor="ctr"/>
          <a:lstStyle/>
          <a:p>
            <a:pPr marL="0" indent="0">
              <a:lnSpc>
                <a:spcPct val="110000"/>
              </a:lnSpc>
              <a:buNone/>
            </a:pPr>
            <a:r>
              <a:rPr lang="en-US" b="1" dirty="0">
                <a:solidFill>
                  <a:srgbClr val="2C3E2B"/>
                </a:solidFill>
                <a:latin typeface="Cambria" pitchFamily="34" charset="0"/>
                <a:ea typeface="Cambria" pitchFamily="34" charset="-122"/>
                <a:cs typeface="Cambria" pitchFamily="34" charset="-120"/>
              </a:rPr>
              <a:t>Why this isn't a hypothetical problem</a:t>
            </a:r>
            <a:endParaRPr lang="en-US" dirty="0"/>
          </a:p>
        </p:txBody>
      </p:sp>
      <p:sp>
        <p:nvSpPr>
          <p:cNvPr id="4" name="Shape 2">
            <a:extLst>
              <a:ext uri="{FF2B5EF4-FFF2-40B4-BE49-F238E27FC236}">
                <a16:creationId xmlns:a16="http://schemas.microsoft.com/office/drawing/2014/main" id="{94CC6DB6-64F9-D720-8765-9C8757A09082}"/>
              </a:ext>
            </a:extLst>
          </p:cNvPr>
          <p:cNvSpPr/>
          <p:nvPr/>
        </p:nvSpPr>
        <p:spPr>
          <a:xfrm>
            <a:off x="640080" y="1554480"/>
            <a:ext cx="3511296" cy="4846320"/>
          </a:xfrm>
          <a:prstGeom prst="rect">
            <a:avLst/>
          </a:prstGeom>
          <a:solidFill>
            <a:srgbClr val="FFFFFF"/>
          </a:solidFill>
          <a:ln w="19050">
            <a:solidFill>
              <a:srgbClr val="F2E9DA"/>
            </a:solidFill>
            <a:prstDash val="solid"/>
          </a:ln>
          <a:effectLst>
            <a:outerShdw blurRad="101600" dist="38100" dir="2700000" algn="bl" rotWithShape="0">
              <a:srgbClr val="000000">
                <a:alpha val="12000"/>
              </a:srgbClr>
            </a:outerShdw>
          </a:effectLst>
        </p:spPr>
        <p:txBody>
          <a:bodyPr/>
          <a:lstStyle/>
          <a:p>
            <a:endParaRPr lang="en-IN"/>
          </a:p>
        </p:txBody>
      </p:sp>
      <p:sp>
        <p:nvSpPr>
          <p:cNvPr id="5" name="Shape 3">
            <a:extLst>
              <a:ext uri="{FF2B5EF4-FFF2-40B4-BE49-F238E27FC236}">
                <a16:creationId xmlns:a16="http://schemas.microsoft.com/office/drawing/2014/main" id="{B8552A8E-6D24-AEF6-7BD6-CB37C4D0C4A7}"/>
              </a:ext>
            </a:extLst>
          </p:cNvPr>
          <p:cNvSpPr/>
          <p:nvPr/>
        </p:nvSpPr>
        <p:spPr>
          <a:xfrm>
            <a:off x="640080" y="1554480"/>
            <a:ext cx="3511296" cy="457200"/>
          </a:xfrm>
          <a:prstGeom prst="rect">
            <a:avLst/>
          </a:prstGeom>
          <a:solidFill>
            <a:schemeClr val="accent6">
              <a:lumMod val="60000"/>
              <a:lumOff val="40000"/>
            </a:schemeClr>
          </a:solidFill>
          <a:ln/>
        </p:spPr>
        <p:txBody>
          <a:bodyPr/>
          <a:lstStyle/>
          <a:p>
            <a:endParaRPr lang="en-IN"/>
          </a:p>
        </p:txBody>
      </p:sp>
      <p:sp>
        <p:nvSpPr>
          <p:cNvPr id="6" name="Text 4">
            <a:extLst>
              <a:ext uri="{FF2B5EF4-FFF2-40B4-BE49-F238E27FC236}">
                <a16:creationId xmlns:a16="http://schemas.microsoft.com/office/drawing/2014/main" id="{9323369C-DDC7-4D79-515E-E91EEB21AF14}"/>
              </a:ext>
            </a:extLst>
          </p:cNvPr>
          <p:cNvSpPr/>
          <p:nvPr/>
        </p:nvSpPr>
        <p:spPr>
          <a:xfrm>
            <a:off x="841248" y="1554480"/>
            <a:ext cx="3108960" cy="457200"/>
          </a:xfrm>
          <a:prstGeom prst="rect">
            <a:avLst/>
          </a:prstGeom>
          <a:noFill/>
          <a:ln/>
        </p:spPr>
        <p:txBody>
          <a:bodyPr wrap="square" lIns="0" tIns="0" rIns="0" bIns="0" rtlCol="0" anchor="ctr"/>
          <a:lstStyle/>
          <a:p>
            <a:pPr marL="0" indent="0">
              <a:buNone/>
            </a:pPr>
            <a:r>
              <a:rPr lang="en-US" sz="1600" b="1" kern="0" spc="100" dirty="0">
                <a:solidFill>
                  <a:srgbClr val="FFFFFF"/>
                </a:solidFill>
                <a:latin typeface="Calibri" pitchFamily="34" charset="0"/>
                <a:ea typeface="Calibri" pitchFamily="34" charset="-122"/>
                <a:cs typeface="Calibri" pitchFamily="34" charset="-120"/>
              </a:rPr>
              <a:t>STUDENT — SCHOLARSHIP</a:t>
            </a:r>
            <a:endParaRPr lang="en-US" sz="1600" dirty="0"/>
          </a:p>
        </p:txBody>
      </p:sp>
      <p:sp>
        <p:nvSpPr>
          <p:cNvPr id="7" name="Text 5">
            <a:extLst>
              <a:ext uri="{FF2B5EF4-FFF2-40B4-BE49-F238E27FC236}">
                <a16:creationId xmlns:a16="http://schemas.microsoft.com/office/drawing/2014/main" id="{A1F13996-A93E-AF55-8BDA-69E63E36069A}"/>
              </a:ext>
            </a:extLst>
          </p:cNvPr>
          <p:cNvSpPr/>
          <p:nvPr/>
        </p:nvSpPr>
        <p:spPr>
          <a:xfrm>
            <a:off x="868680" y="2194560"/>
            <a:ext cx="3054096" cy="2542032"/>
          </a:xfrm>
          <a:prstGeom prst="rect">
            <a:avLst/>
          </a:prstGeom>
          <a:noFill/>
          <a:ln/>
        </p:spPr>
        <p:txBody>
          <a:bodyPr wrap="square" lIns="0" tIns="0" rIns="0" bIns="0" rtlCol="0" anchor="ctr"/>
          <a:lstStyle/>
          <a:p>
            <a:pPr marL="0" indent="0">
              <a:lnSpc>
                <a:spcPct val="132000"/>
              </a:lnSpc>
              <a:buNone/>
            </a:pPr>
            <a:r>
              <a:rPr lang="en-US" sz="1400" b="1" i="1" dirty="0">
                <a:solidFill>
                  <a:srgbClr val="2C3E2B"/>
                </a:solidFill>
                <a:latin typeface="Cambria" pitchFamily="34" charset="0"/>
                <a:ea typeface="Cambria" pitchFamily="34" charset="-122"/>
                <a:cs typeface="Cambria" pitchFamily="34" charset="-120"/>
              </a:rPr>
              <a:t>Sakshi Singh Patel, from Maihar, MP scored 95% in her MP Board exams — enough to qualify for the Pragati Scholarship. She didn't know it existed. It was only after she moved to college in an urban area, and a city-raised friend happened to mention it, that she found out and finally claimed what she had already earned</a:t>
            </a:r>
            <a:r>
              <a:rPr lang="en-US" sz="1400" i="1" dirty="0">
                <a:solidFill>
                  <a:srgbClr val="2C3E2B"/>
                </a:solidFill>
                <a:latin typeface="Cambria" pitchFamily="34" charset="0"/>
                <a:ea typeface="Cambria" pitchFamily="34" charset="-122"/>
                <a:cs typeface="Cambria" pitchFamily="34" charset="-120"/>
              </a:rPr>
              <a:t>.</a:t>
            </a:r>
            <a:endParaRPr lang="en-US" sz="1400" dirty="0"/>
          </a:p>
        </p:txBody>
      </p:sp>
      <p:sp>
        <p:nvSpPr>
          <p:cNvPr id="8" name="Shape 6">
            <a:extLst>
              <a:ext uri="{FF2B5EF4-FFF2-40B4-BE49-F238E27FC236}">
                <a16:creationId xmlns:a16="http://schemas.microsoft.com/office/drawing/2014/main" id="{0F3F07C2-FF70-2DF5-FA34-A4AA8B481B65}"/>
              </a:ext>
            </a:extLst>
          </p:cNvPr>
          <p:cNvSpPr/>
          <p:nvPr/>
        </p:nvSpPr>
        <p:spPr>
          <a:xfrm>
            <a:off x="868680" y="4846320"/>
            <a:ext cx="3054096" cy="1371600"/>
          </a:xfrm>
          <a:prstGeom prst="rect">
            <a:avLst/>
          </a:prstGeom>
          <a:solidFill>
            <a:schemeClr val="accent6">
              <a:lumMod val="20000"/>
              <a:lumOff val="80000"/>
            </a:schemeClr>
          </a:solidFill>
          <a:ln/>
        </p:spPr>
        <p:txBody>
          <a:bodyPr/>
          <a:lstStyle/>
          <a:p>
            <a:endParaRPr lang="en-IN"/>
          </a:p>
        </p:txBody>
      </p:sp>
      <p:sp>
        <p:nvSpPr>
          <p:cNvPr id="9" name="Text 7">
            <a:extLst>
              <a:ext uri="{FF2B5EF4-FFF2-40B4-BE49-F238E27FC236}">
                <a16:creationId xmlns:a16="http://schemas.microsoft.com/office/drawing/2014/main" id="{B8D3E7B1-BF5D-79E3-5492-8BC7471A5B6F}"/>
              </a:ext>
            </a:extLst>
          </p:cNvPr>
          <p:cNvSpPr/>
          <p:nvPr/>
        </p:nvSpPr>
        <p:spPr>
          <a:xfrm>
            <a:off x="1024128" y="4846320"/>
            <a:ext cx="2743200" cy="457200"/>
          </a:xfrm>
          <a:prstGeom prst="rect">
            <a:avLst/>
          </a:prstGeom>
          <a:noFill/>
          <a:ln/>
        </p:spPr>
        <p:txBody>
          <a:bodyPr wrap="square" lIns="0" tIns="0" rIns="0" bIns="0" rtlCol="0" anchor="ctr"/>
          <a:lstStyle/>
          <a:p>
            <a:pPr marL="0" indent="0">
              <a:buNone/>
            </a:pPr>
            <a:r>
              <a:rPr lang="en-US" sz="1400" b="1" kern="0" spc="120" dirty="0">
                <a:solidFill>
                  <a:schemeClr val="accent6">
                    <a:lumMod val="50000"/>
                  </a:schemeClr>
                </a:solidFill>
                <a:latin typeface="Calibri" pitchFamily="34" charset="0"/>
                <a:ea typeface="Calibri" pitchFamily="34" charset="-122"/>
                <a:cs typeface="Calibri" pitchFamily="34" charset="-120"/>
              </a:rPr>
              <a:t>HOW HAQ AGENT HELPS</a:t>
            </a:r>
            <a:endParaRPr lang="en-US" sz="1400" dirty="0">
              <a:solidFill>
                <a:schemeClr val="accent6">
                  <a:lumMod val="50000"/>
                </a:schemeClr>
              </a:solidFill>
            </a:endParaRPr>
          </a:p>
        </p:txBody>
      </p:sp>
      <p:sp>
        <p:nvSpPr>
          <p:cNvPr id="10" name="Text 8">
            <a:extLst>
              <a:ext uri="{FF2B5EF4-FFF2-40B4-BE49-F238E27FC236}">
                <a16:creationId xmlns:a16="http://schemas.microsoft.com/office/drawing/2014/main" id="{AF602E38-704B-4D9A-1F12-66DA8D630EBD}"/>
              </a:ext>
            </a:extLst>
          </p:cNvPr>
          <p:cNvSpPr/>
          <p:nvPr/>
        </p:nvSpPr>
        <p:spPr>
          <a:xfrm>
            <a:off x="1024128" y="5120640"/>
            <a:ext cx="2743200" cy="1005840"/>
          </a:xfrm>
          <a:prstGeom prst="rect">
            <a:avLst/>
          </a:prstGeom>
          <a:noFill/>
          <a:ln/>
        </p:spPr>
        <p:txBody>
          <a:bodyPr wrap="square" lIns="0" tIns="0" rIns="0" bIns="0" rtlCol="0" anchor="ctr"/>
          <a:lstStyle/>
          <a:p>
            <a:pPr marL="0" indent="0">
              <a:lnSpc>
                <a:spcPct val="125000"/>
              </a:lnSpc>
              <a:buNone/>
            </a:pPr>
            <a:r>
              <a:rPr lang="en-US" sz="1400" dirty="0">
                <a:latin typeface="Calibri" pitchFamily="34" charset="0"/>
                <a:ea typeface="Calibri" pitchFamily="34" charset="-122"/>
                <a:cs typeface="Calibri" pitchFamily="34" charset="-120"/>
              </a:rPr>
              <a:t>Haq Agent would have told Sakshi she was eligible the moment her result came in — no urban friend required</a:t>
            </a:r>
            <a:r>
              <a:rPr lang="en-US" sz="1150" dirty="0">
                <a:solidFill>
                  <a:srgbClr val="2C3E2B"/>
                </a:solidFill>
                <a:latin typeface="Calibri" pitchFamily="34" charset="0"/>
                <a:ea typeface="Calibri" pitchFamily="34" charset="-122"/>
                <a:cs typeface="Calibri" pitchFamily="34" charset="-120"/>
              </a:rPr>
              <a:t>.</a:t>
            </a:r>
            <a:endParaRPr lang="en-US" sz="1150" dirty="0"/>
          </a:p>
        </p:txBody>
      </p:sp>
      <p:sp>
        <p:nvSpPr>
          <p:cNvPr id="11" name="Shape 9">
            <a:extLst>
              <a:ext uri="{FF2B5EF4-FFF2-40B4-BE49-F238E27FC236}">
                <a16:creationId xmlns:a16="http://schemas.microsoft.com/office/drawing/2014/main" id="{DEB9CE07-1C06-E450-7694-46C43EF78320}"/>
              </a:ext>
            </a:extLst>
          </p:cNvPr>
          <p:cNvSpPr/>
          <p:nvPr/>
        </p:nvSpPr>
        <p:spPr>
          <a:xfrm>
            <a:off x="4270248" y="1554480"/>
            <a:ext cx="3511296" cy="4846320"/>
          </a:xfrm>
          <a:prstGeom prst="rect">
            <a:avLst/>
          </a:prstGeom>
          <a:solidFill>
            <a:srgbClr val="FFFFFF"/>
          </a:solidFill>
          <a:ln w="19050">
            <a:solidFill>
              <a:srgbClr val="F2E9DA"/>
            </a:solidFill>
            <a:prstDash val="solid"/>
          </a:ln>
          <a:effectLst>
            <a:outerShdw blurRad="101600" dist="38100" dir="2700000" algn="bl" rotWithShape="0">
              <a:srgbClr val="000000">
                <a:alpha val="12000"/>
              </a:srgbClr>
            </a:outerShdw>
          </a:effectLst>
        </p:spPr>
        <p:txBody>
          <a:bodyPr/>
          <a:lstStyle/>
          <a:p>
            <a:endParaRPr lang="en-IN"/>
          </a:p>
        </p:txBody>
      </p:sp>
      <p:sp>
        <p:nvSpPr>
          <p:cNvPr id="12" name="Shape 10">
            <a:extLst>
              <a:ext uri="{FF2B5EF4-FFF2-40B4-BE49-F238E27FC236}">
                <a16:creationId xmlns:a16="http://schemas.microsoft.com/office/drawing/2014/main" id="{CDDDBDD2-F5CA-4641-905B-A43A85A522E9}"/>
              </a:ext>
            </a:extLst>
          </p:cNvPr>
          <p:cNvSpPr/>
          <p:nvPr/>
        </p:nvSpPr>
        <p:spPr>
          <a:xfrm>
            <a:off x="4270248" y="1554480"/>
            <a:ext cx="3511296" cy="457200"/>
          </a:xfrm>
          <a:prstGeom prst="rect">
            <a:avLst/>
          </a:prstGeom>
          <a:solidFill>
            <a:schemeClr val="accent6">
              <a:lumMod val="60000"/>
              <a:lumOff val="40000"/>
            </a:schemeClr>
          </a:solidFill>
          <a:ln/>
        </p:spPr>
        <p:txBody>
          <a:bodyPr/>
          <a:lstStyle/>
          <a:p>
            <a:endParaRPr lang="en-IN"/>
          </a:p>
        </p:txBody>
      </p:sp>
      <p:sp>
        <p:nvSpPr>
          <p:cNvPr id="13" name="Text 11">
            <a:extLst>
              <a:ext uri="{FF2B5EF4-FFF2-40B4-BE49-F238E27FC236}">
                <a16:creationId xmlns:a16="http://schemas.microsoft.com/office/drawing/2014/main" id="{9CD318EE-BE37-39FB-691B-1153EFDD965F}"/>
              </a:ext>
            </a:extLst>
          </p:cNvPr>
          <p:cNvSpPr/>
          <p:nvPr/>
        </p:nvSpPr>
        <p:spPr>
          <a:xfrm>
            <a:off x="4471416" y="1554480"/>
            <a:ext cx="3108960" cy="457200"/>
          </a:xfrm>
          <a:prstGeom prst="rect">
            <a:avLst/>
          </a:prstGeom>
          <a:noFill/>
          <a:ln/>
        </p:spPr>
        <p:txBody>
          <a:bodyPr wrap="square" lIns="0" tIns="0" rIns="0" bIns="0" rtlCol="0" anchor="ctr"/>
          <a:lstStyle/>
          <a:p>
            <a:pPr marL="0" indent="0">
              <a:buNone/>
            </a:pPr>
            <a:r>
              <a:rPr lang="en-US" sz="1600" b="1" kern="0" spc="100" dirty="0">
                <a:solidFill>
                  <a:srgbClr val="FFFFFF"/>
                </a:solidFill>
                <a:latin typeface="Calibri" pitchFamily="34" charset="0"/>
                <a:ea typeface="Calibri" pitchFamily="34" charset="-122"/>
                <a:cs typeface="Calibri" pitchFamily="34" charset="-120"/>
              </a:rPr>
              <a:t>GRADUATE — INTERNSHIP</a:t>
            </a:r>
            <a:endParaRPr lang="en-US" sz="1600" dirty="0"/>
          </a:p>
        </p:txBody>
      </p:sp>
      <p:sp>
        <p:nvSpPr>
          <p:cNvPr id="14" name="Text 12">
            <a:extLst>
              <a:ext uri="{FF2B5EF4-FFF2-40B4-BE49-F238E27FC236}">
                <a16:creationId xmlns:a16="http://schemas.microsoft.com/office/drawing/2014/main" id="{EA6F13E6-F729-F4BF-017F-F0E28BA8AB2A}"/>
              </a:ext>
            </a:extLst>
          </p:cNvPr>
          <p:cNvSpPr/>
          <p:nvPr/>
        </p:nvSpPr>
        <p:spPr>
          <a:xfrm>
            <a:off x="4498848" y="2011680"/>
            <a:ext cx="3054096" cy="2834640"/>
          </a:xfrm>
          <a:prstGeom prst="rect">
            <a:avLst/>
          </a:prstGeom>
          <a:noFill/>
          <a:ln/>
        </p:spPr>
        <p:txBody>
          <a:bodyPr wrap="square" lIns="0" tIns="0" rIns="0" bIns="0" rtlCol="0" anchor="ctr"/>
          <a:lstStyle/>
          <a:p>
            <a:pPr marL="0" indent="0">
              <a:lnSpc>
                <a:spcPct val="132000"/>
              </a:lnSpc>
              <a:buNone/>
            </a:pPr>
            <a:r>
              <a:rPr lang="en-US" sz="1400" b="1" i="1" dirty="0">
                <a:solidFill>
                  <a:srgbClr val="2C3E2B"/>
                </a:solidFill>
                <a:latin typeface="Cambria" pitchFamily="34" charset="0"/>
                <a:ea typeface="Cambria" pitchFamily="34" charset="-122"/>
                <a:cs typeface="Cambria" pitchFamily="34" charset="-120"/>
              </a:rPr>
              <a:t>A well-educated graduate from a rural-area college stayed unemployed for months, simply because he never knew that NITI Aayog opens fresh internship applications in the first ten days of every single month. The opportunity was real and recurring — the awareness around it never reached him.</a:t>
            </a:r>
            <a:endParaRPr lang="en-US" sz="1400" b="1" dirty="0"/>
          </a:p>
        </p:txBody>
      </p:sp>
      <p:sp>
        <p:nvSpPr>
          <p:cNvPr id="15" name="Shape 13">
            <a:extLst>
              <a:ext uri="{FF2B5EF4-FFF2-40B4-BE49-F238E27FC236}">
                <a16:creationId xmlns:a16="http://schemas.microsoft.com/office/drawing/2014/main" id="{A1112F78-5E26-E1F5-899D-6FCE8609C44F}"/>
              </a:ext>
            </a:extLst>
          </p:cNvPr>
          <p:cNvSpPr/>
          <p:nvPr/>
        </p:nvSpPr>
        <p:spPr>
          <a:xfrm>
            <a:off x="4498848" y="4846320"/>
            <a:ext cx="3054096" cy="1371600"/>
          </a:xfrm>
          <a:prstGeom prst="rect">
            <a:avLst/>
          </a:prstGeom>
          <a:solidFill>
            <a:schemeClr val="accent6">
              <a:lumMod val="20000"/>
              <a:lumOff val="80000"/>
            </a:schemeClr>
          </a:solidFill>
          <a:ln/>
        </p:spPr>
        <p:txBody>
          <a:bodyPr/>
          <a:lstStyle/>
          <a:p>
            <a:endParaRPr lang="en-IN"/>
          </a:p>
        </p:txBody>
      </p:sp>
      <p:sp>
        <p:nvSpPr>
          <p:cNvPr id="16" name="Text 14">
            <a:extLst>
              <a:ext uri="{FF2B5EF4-FFF2-40B4-BE49-F238E27FC236}">
                <a16:creationId xmlns:a16="http://schemas.microsoft.com/office/drawing/2014/main" id="{9144F0B7-45DD-08C4-501F-29C7B8AFEF52}"/>
              </a:ext>
            </a:extLst>
          </p:cNvPr>
          <p:cNvSpPr/>
          <p:nvPr/>
        </p:nvSpPr>
        <p:spPr>
          <a:xfrm>
            <a:off x="4654296" y="4736592"/>
            <a:ext cx="2743200" cy="566928"/>
          </a:xfrm>
          <a:prstGeom prst="rect">
            <a:avLst/>
          </a:prstGeom>
          <a:noFill/>
          <a:ln/>
        </p:spPr>
        <p:txBody>
          <a:bodyPr wrap="square" lIns="0" tIns="0" rIns="0" bIns="0" rtlCol="0" anchor="ctr"/>
          <a:lstStyle/>
          <a:p>
            <a:pPr marL="0" indent="0">
              <a:buNone/>
            </a:pPr>
            <a:r>
              <a:rPr lang="en-US" sz="1400" b="1" kern="0" spc="120" dirty="0">
                <a:solidFill>
                  <a:schemeClr val="accent6">
                    <a:lumMod val="50000"/>
                  </a:schemeClr>
                </a:solidFill>
                <a:latin typeface="Calibri" pitchFamily="34" charset="0"/>
                <a:ea typeface="Calibri" pitchFamily="34" charset="-122"/>
                <a:cs typeface="Calibri" pitchFamily="34" charset="-120"/>
              </a:rPr>
              <a:t>HOW HAQ AGENT HELPS</a:t>
            </a:r>
            <a:endParaRPr lang="en-US" sz="1400" dirty="0">
              <a:solidFill>
                <a:schemeClr val="accent6">
                  <a:lumMod val="50000"/>
                </a:schemeClr>
              </a:solidFill>
            </a:endParaRPr>
          </a:p>
        </p:txBody>
      </p:sp>
      <p:sp>
        <p:nvSpPr>
          <p:cNvPr id="17" name="Text 15">
            <a:extLst>
              <a:ext uri="{FF2B5EF4-FFF2-40B4-BE49-F238E27FC236}">
                <a16:creationId xmlns:a16="http://schemas.microsoft.com/office/drawing/2014/main" id="{592CB532-5292-6BF5-0EDA-15CA4DD84B38}"/>
              </a:ext>
            </a:extLst>
          </p:cNvPr>
          <p:cNvSpPr/>
          <p:nvPr/>
        </p:nvSpPr>
        <p:spPr>
          <a:xfrm>
            <a:off x="4654296" y="5120640"/>
            <a:ext cx="2743200" cy="1005840"/>
          </a:xfrm>
          <a:prstGeom prst="rect">
            <a:avLst/>
          </a:prstGeom>
          <a:noFill/>
          <a:ln/>
        </p:spPr>
        <p:txBody>
          <a:bodyPr wrap="square" lIns="0" tIns="0" rIns="0" bIns="0" rtlCol="0" anchor="ctr"/>
          <a:lstStyle/>
          <a:p>
            <a:pPr marL="0" indent="0">
              <a:lnSpc>
                <a:spcPct val="125000"/>
              </a:lnSpc>
              <a:buNone/>
            </a:pPr>
            <a:r>
              <a:rPr lang="en-US" sz="1400" dirty="0">
                <a:latin typeface="Calibri" pitchFamily="34" charset="0"/>
                <a:ea typeface="Calibri" pitchFamily="34" charset="-122"/>
                <a:cs typeface="Calibri" pitchFamily="34" charset="-120"/>
              </a:rPr>
              <a:t>Haq Agent would notify him automatically at the start of every cycle, every month, without him having to go looking for it</a:t>
            </a:r>
            <a:r>
              <a:rPr lang="en-US" sz="1200" dirty="0">
                <a:latin typeface="Calibri" pitchFamily="34" charset="0"/>
                <a:ea typeface="Calibri" pitchFamily="34" charset="-122"/>
                <a:cs typeface="Calibri" pitchFamily="34" charset="-120"/>
              </a:rPr>
              <a:t>.</a:t>
            </a:r>
            <a:endParaRPr lang="en-US" sz="1200" dirty="0"/>
          </a:p>
        </p:txBody>
      </p:sp>
      <p:sp>
        <p:nvSpPr>
          <p:cNvPr id="18" name="Shape 16">
            <a:extLst>
              <a:ext uri="{FF2B5EF4-FFF2-40B4-BE49-F238E27FC236}">
                <a16:creationId xmlns:a16="http://schemas.microsoft.com/office/drawing/2014/main" id="{60BE3B2B-470F-4F9C-4280-65618636F1CE}"/>
              </a:ext>
            </a:extLst>
          </p:cNvPr>
          <p:cNvSpPr/>
          <p:nvPr/>
        </p:nvSpPr>
        <p:spPr>
          <a:xfrm>
            <a:off x="7900416" y="1554480"/>
            <a:ext cx="3511296" cy="4846320"/>
          </a:xfrm>
          <a:prstGeom prst="rect">
            <a:avLst/>
          </a:prstGeom>
          <a:solidFill>
            <a:srgbClr val="FFFFFF"/>
          </a:solidFill>
          <a:ln w="19050">
            <a:solidFill>
              <a:srgbClr val="F2E9DA"/>
            </a:solidFill>
            <a:prstDash val="solid"/>
          </a:ln>
          <a:effectLst>
            <a:outerShdw blurRad="101600" dist="38100" dir="2700000" algn="bl" rotWithShape="0">
              <a:srgbClr val="000000">
                <a:alpha val="12000"/>
              </a:srgbClr>
            </a:outerShdw>
          </a:effectLst>
        </p:spPr>
        <p:txBody>
          <a:bodyPr/>
          <a:lstStyle/>
          <a:p>
            <a:endParaRPr lang="en-IN"/>
          </a:p>
        </p:txBody>
      </p:sp>
      <p:sp>
        <p:nvSpPr>
          <p:cNvPr id="19" name="Shape 17">
            <a:extLst>
              <a:ext uri="{FF2B5EF4-FFF2-40B4-BE49-F238E27FC236}">
                <a16:creationId xmlns:a16="http://schemas.microsoft.com/office/drawing/2014/main" id="{D2B32E2A-9E1E-FA8C-2423-DC2E5F635E2C}"/>
              </a:ext>
            </a:extLst>
          </p:cNvPr>
          <p:cNvSpPr/>
          <p:nvPr/>
        </p:nvSpPr>
        <p:spPr>
          <a:xfrm>
            <a:off x="7900416" y="1554480"/>
            <a:ext cx="3511296" cy="457200"/>
          </a:xfrm>
          <a:prstGeom prst="rect">
            <a:avLst/>
          </a:prstGeom>
          <a:solidFill>
            <a:schemeClr val="accent6">
              <a:lumMod val="60000"/>
              <a:lumOff val="40000"/>
            </a:schemeClr>
          </a:solidFill>
          <a:ln/>
        </p:spPr>
        <p:txBody>
          <a:bodyPr/>
          <a:lstStyle/>
          <a:p>
            <a:endParaRPr lang="en-IN"/>
          </a:p>
        </p:txBody>
      </p:sp>
      <p:sp>
        <p:nvSpPr>
          <p:cNvPr id="20" name="Text 18">
            <a:extLst>
              <a:ext uri="{FF2B5EF4-FFF2-40B4-BE49-F238E27FC236}">
                <a16:creationId xmlns:a16="http://schemas.microsoft.com/office/drawing/2014/main" id="{596B2D45-79E0-9918-64B1-0D3E6F017C6E}"/>
              </a:ext>
            </a:extLst>
          </p:cNvPr>
          <p:cNvSpPr/>
          <p:nvPr/>
        </p:nvSpPr>
        <p:spPr>
          <a:xfrm>
            <a:off x="8101584" y="1554480"/>
            <a:ext cx="3108960" cy="457200"/>
          </a:xfrm>
          <a:prstGeom prst="rect">
            <a:avLst/>
          </a:prstGeom>
          <a:noFill/>
          <a:ln/>
        </p:spPr>
        <p:txBody>
          <a:bodyPr wrap="square" lIns="0" tIns="0" rIns="0" bIns="0" rtlCol="0" anchor="ctr"/>
          <a:lstStyle/>
          <a:p>
            <a:pPr marL="0" indent="0">
              <a:buNone/>
            </a:pPr>
            <a:r>
              <a:rPr lang="en-US" sz="1600" b="1" kern="0" spc="100" dirty="0">
                <a:solidFill>
                  <a:srgbClr val="FFFFFF"/>
                </a:solidFill>
                <a:latin typeface="Calibri" pitchFamily="34" charset="0"/>
                <a:ea typeface="Calibri" pitchFamily="34" charset="-122"/>
                <a:cs typeface="Calibri" pitchFamily="34" charset="-120"/>
              </a:rPr>
              <a:t>FARMER — SUBSIDY</a:t>
            </a:r>
            <a:endParaRPr lang="en-US" sz="1600" dirty="0"/>
          </a:p>
        </p:txBody>
      </p:sp>
      <p:sp>
        <p:nvSpPr>
          <p:cNvPr id="21" name="Text 19">
            <a:extLst>
              <a:ext uri="{FF2B5EF4-FFF2-40B4-BE49-F238E27FC236}">
                <a16:creationId xmlns:a16="http://schemas.microsoft.com/office/drawing/2014/main" id="{2B31F5CC-38F6-AB52-FC03-ECA094CA284B}"/>
              </a:ext>
            </a:extLst>
          </p:cNvPr>
          <p:cNvSpPr/>
          <p:nvPr/>
        </p:nvSpPr>
        <p:spPr>
          <a:xfrm>
            <a:off x="8129016" y="2011680"/>
            <a:ext cx="3054096" cy="2724912"/>
          </a:xfrm>
          <a:prstGeom prst="rect">
            <a:avLst/>
          </a:prstGeom>
          <a:noFill/>
          <a:ln/>
        </p:spPr>
        <p:txBody>
          <a:bodyPr wrap="square" lIns="0" tIns="0" rIns="0" bIns="0" rtlCol="0" anchor="ctr"/>
          <a:lstStyle/>
          <a:p>
            <a:pPr marL="0" indent="0">
              <a:lnSpc>
                <a:spcPct val="132000"/>
              </a:lnSpc>
              <a:buNone/>
            </a:pPr>
            <a:r>
              <a:rPr lang="en-US" sz="1400" b="1" i="1" dirty="0">
                <a:solidFill>
                  <a:srgbClr val="2C3E2B"/>
                </a:solidFill>
                <a:latin typeface="Cambria" pitchFamily="34" charset="0"/>
                <a:ea typeface="Cambria" pitchFamily="34" charset="-122"/>
                <a:cs typeface="Cambria" pitchFamily="34" charset="-120"/>
              </a:rPr>
              <a:t>Many farmers who actually work the land don't know which scheme they qualify for, or that one exists at all. Meanwhile, people who have long since moved to the city — but still hold a rural address on paper — quietly claim the same benefit, simply because they knew where to look.</a:t>
            </a:r>
            <a:endParaRPr lang="en-US" sz="1400" b="1" dirty="0"/>
          </a:p>
        </p:txBody>
      </p:sp>
      <p:sp>
        <p:nvSpPr>
          <p:cNvPr id="22" name="Shape 20">
            <a:extLst>
              <a:ext uri="{FF2B5EF4-FFF2-40B4-BE49-F238E27FC236}">
                <a16:creationId xmlns:a16="http://schemas.microsoft.com/office/drawing/2014/main" id="{03FBC10E-9218-FDE6-F379-0B66BFDE3622}"/>
              </a:ext>
            </a:extLst>
          </p:cNvPr>
          <p:cNvSpPr/>
          <p:nvPr/>
        </p:nvSpPr>
        <p:spPr>
          <a:xfrm>
            <a:off x="8129016" y="4736592"/>
            <a:ext cx="3054096" cy="1481328"/>
          </a:xfrm>
          <a:prstGeom prst="rect">
            <a:avLst/>
          </a:prstGeom>
          <a:solidFill>
            <a:schemeClr val="accent6">
              <a:lumMod val="20000"/>
              <a:lumOff val="80000"/>
            </a:schemeClr>
          </a:solidFill>
          <a:ln/>
        </p:spPr>
        <p:txBody>
          <a:bodyPr/>
          <a:lstStyle/>
          <a:p>
            <a:endParaRPr lang="en-IN"/>
          </a:p>
        </p:txBody>
      </p:sp>
      <p:sp>
        <p:nvSpPr>
          <p:cNvPr id="23" name="Text 21">
            <a:extLst>
              <a:ext uri="{FF2B5EF4-FFF2-40B4-BE49-F238E27FC236}">
                <a16:creationId xmlns:a16="http://schemas.microsoft.com/office/drawing/2014/main" id="{FCC9C008-B169-6736-10EA-0168936150C9}"/>
              </a:ext>
            </a:extLst>
          </p:cNvPr>
          <p:cNvSpPr/>
          <p:nvPr/>
        </p:nvSpPr>
        <p:spPr>
          <a:xfrm>
            <a:off x="8284464" y="4846320"/>
            <a:ext cx="2743200" cy="274320"/>
          </a:xfrm>
          <a:prstGeom prst="rect">
            <a:avLst/>
          </a:prstGeom>
          <a:noFill/>
          <a:ln/>
        </p:spPr>
        <p:txBody>
          <a:bodyPr wrap="square" lIns="0" tIns="0" rIns="0" bIns="0" rtlCol="0" anchor="ctr"/>
          <a:lstStyle/>
          <a:p>
            <a:pPr marL="0" indent="0">
              <a:buNone/>
            </a:pPr>
            <a:r>
              <a:rPr lang="en-US" sz="1400" b="1" kern="0" spc="120" dirty="0">
                <a:solidFill>
                  <a:schemeClr val="accent6">
                    <a:lumMod val="50000"/>
                  </a:schemeClr>
                </a:solidFill>
                <a:latin typeface="Calibri" pitchFamily="34" charset="0"/>
                <a:ea typeface="Calibri" pitchFamily="34" charset="-122"/>
                <a:cs typeface="Calibri" pitchFamily="34" charset="-120"/>
              </a:rPr>
              <a:t>HOW HAQ AGENT HELPS</a:t>
            </a:r>
            <a:endParaRPr lang="en-US" sz="1400" dirty="0">
              <a:solidFill>
                <a:schemeClr val="accent6">
                  <a:lumMod val="50000"/>
                </a:schemeClr>
              </a:solidFill>
            </a:endParaRPr>
          </a:p>
        </p:txBody>
      </p:sp>
      <p:sp>
        <p:nvSpPr>
          <p:cNvPr id="24" name="Text 22">
            <a:extLst>
              <a:ext uri="{FF2B5EF4-FFF2-40B4-BE49-F238E27FC236}">
                <a16:creationId xmlns:a16="http://schemas.microsoft.com/office/drawing/2014/main" id="{91BB0A31-406E-0999-BC56-B681C1C164FD}"/>
              </a:ext>
            </a:extLst>
          </p:cNvPr>
          <p:cNvSpPr/>
          <p:nvPr/>
        </p:nvSpPr>
        <p:spPr>
          <a:xfrm>
            <a:off x="8284464" y="5120640"/>
            <a:ext cx="2743200" cy="1005840"/>
          </a:xfrm>
          <a:prstGeom prst="rect">
            <a:avLst/>
          </a:prstGeom>
          <a:noFill/>
          <a:ln/>
        </p:spPr>
        <p:txBody>
          <a:bodyPr wrap="square" lIns="0" tIns="0" rIns="0" bIns="0" rtlCol="0" anchor="ctr"/>
          <a:lstStyle/>
          <a:p>
            <a:pPr marL="0" indent="0">
              <a:lnSpc>
                <a:spcPct val="125000"/>
              </a:lnSpc>
              <a:buNone/>
            </a:pPr>
            <a:r>
              <a:rPr lang="en-US" sz="1400" dirty="0">
                <a:latin typeface="Calibri" pitchFamily="34" charset="0"/>
                <a:ea typeface="Calibri" pitchFamily="34" charset="-122"/>
                <a:cs typeface="Calibri" pitchFamily="34" charset="-120"/>
              </a:rPr>
              <a:t>Haq Agent checks eligibility directly against the person's situation, so the benefit follows genuine need — not just who knew the system.</a:t>
            </a:r>
            <a:endParaRPr lang="en-US" sz="1400" dirty="0"/>
          </a:p>
        </p:txBody>
      </p:sp>
    </p:spTree>
    <p:extLst>
      <p:ext uri="{BB962C8B-B14F-4D97-AF65-F5344CB8AC3E}">
        <p14:creationId xmlns:p14="http://schemas.microsoft.com/office/powerpoint/2010/main" val="26172026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b="1" kern="0" spc="200" dirty="0">
                <a:solidFill>
                  <a:schemeClr val="accent6">
                    <a:lumMod val="75000"/>
                  </a:schemeClr>
                </a:solidFill>
                <a:latin typeface="Calibri" pitchFamily="34" charset="0"/>
                <a:ea typeface="Calibri" pitchFamily="34" charset="-122"/>
                <a:cs typeface="Calibri" pitchFamily="34" charset="-120"/>
              </a:rPr>
              <a:t>IMPACT</a:t>
            </a:r>
            <a:endParaRPr lang="en-US" dirty="0">
              <a:solidFill>
                <a:schemeClr val="accent6">
                  <a:lumMod val="75000"/>
                </a:schemeClr>
              </a:solidFill>
            </a:endParaRPr>
          </a:p>
        </p:txBody>
      </p:sp>
      <p:sp>
        <p:nvSpPr>
          <p:cNvPr id="3" name="Text 1"/>
          <p:cNvSpPr/>
          <p:nvPr/>
        </p:nvSpPr>
        <p:spPr>
          <a:xfrm>
            <a:off x="640080" y="713232"/>
            <a:ext cx="10881360" cy="640080"/>
          </a:xfrm>
          <a:prstGeom prst="rect">
            <a:avLst/>
          </a:prstGeom>
          <a:noFill/>
          <a:ln/>
        </p:spPr>
        <p:txBody>
          <a:bodyPr wrap="square" lIns="0" tIns="0" rIns="0" bIns="0" rtlCol="0" anchor="ctr"/>
          <a:lstStyle/>
          <a:p>
            <a:pPr marL="0" indent="0">
              <a:lnSpc>
                <a:spcPct val="110000"/>
              </a:lnSpc>
              <a:buNone/>
            </a:pPr>
            <a:r>
              <a:rPr lang="en-US" sz="2500" b="1" dirty="0">
                <a:solidFill>
                  <a:schemeClr val="accent6">
                    <a:lumMod val="75000"/>
                  </a:schemeClr>
                </a:solidFill>
                <a:latin typeface="Cambria" pitchFamily="34" charset="0"/>
                <a:ea typeface="Cambria" pitchFamily="34" charset="-122"/>
                <a:cs typeface="Cambria" pitchFamily="34" charset="-120"/>
              </a:rPr>
              <a:t>Designed to reach people, not just devices</a:t>
            </a:r>
            <a:endParaRPr lang="en-US" sz="2500" dirty="0">
              <a:solidFill>
                <a:schemeClr val="accent6">
                  <a:lumMod val="75000"/>
                </a:schemeClr>
              </a:solidFill>
            </a:endParaRPr>
          </a:p>
        </p:txBody>
      </p:sp>
      <p:sp>
        <p:nvSpPr>
          <p:cNvPr id="4" name="Shape 2"/>
          <p:cNvSpPr/>
          <p:nvPr/>
        </p:nvSpPr>
        <p:spPr>
          <a:xfrm>
            <a:off x="640080" y="1508760"/>
            <a:ext cx="2606040" cy="1691640"/>
          </a:xfrm>
          <a:prstGeom prst="rect">
            <a:avLst/>
          </a:prstGeom>
          <a:solidFill>
            <a:schemeClr val="accent6">
              <a:lumMod val="20000"/>
              <a:lumOff val="80000"/>
            </a:schemeClr>
          </a:solidFill>
          <a:ln/>
          <a:effectLst>
            <a:outerShdw blurRad="101600" dist="38100" dir="2700000" algn="bl" rotWithShape="0">
              <a:srgbClr val="000000">
                <a:alpha val="12000"/>
              </a:srgbClr>
            </a:outerShdw>
          </a:effectLst>
        </p:spPr>
        <p:txBody>
          <a:bodyPr/>
          <a:lstStyle/>
          <a:p>
            <a:endParaRPr lang="en-IN"/>
          </a:p>
        </p:txBody>
      </p:sp>
      <p:sp>
        <p:nvSpPr>
          <p:cNvPr id="5" name="Shape 3"/>
          <p:cNvSpPr/>
          <p:nvPr/>
        </p:nvSpPr>
        <p:spPr>
          <a:xfrm>
            <a:off x="640080" y="1508760"/>
            <a:ext cx="2606040" cy="64008"/>
          </a:xfrm>
          <a:prstGeom prst="rect">
            <a:avLst/>
          </a:prstGeom>
          <a:solidFill>
            <a:schemeClr val="accent6">
              <a:lumMod val="50000"/>
            </a:schemeClr>
          </a:solidFill>
          <a:ln/>
        </p:spPr>
        <p:txBody>
          <a:bodyPr/>
          <a:lstStyle/>
          <a:p>
            <a:endParaRPr lang="en-IN"/>
          </a:p>
        </p:txBody>
      </p:sp>
      <p:sp>
        <p:nvSpPr>
          <p:cNvPr id="6" name="Text 4"/>
          <p:cNvSpPr/>
          <p:nvPr/>
        </p:nvSpPr>
        <p:spPr>
          <a:xfrm>
            <a:off x="804672" y="1691640"/>
            <a:ext cx="2331720" cy="548640"/>
          </a:xfrm>
          <a:prstGeom prst="rect">
            <a:avLst/>
          </a:prstGeom>
          <a:noFill/>
          <a:ln/>
        </p:spPr>
        <p:txBody>
          <a:bodyPr wrap="square" lIns="0" tIns="0" rIns="0" bIns="0" rtlCol="0" anchor="ctr"/>
          <a:lstStyle/>
          <a:p>
            <a:pPr marL="0" indent="0">
              <a:buNone/>
            </a:pPr>
            <a:r>
              <a:rPr lang="en-US" sz="2100" b="1" dirty="0">
                <a:latin typeface="Cambria" pitchFamily="34" charset="0"/>
                <a:ea typeface="Cambria" pitchFamily="34" charset="-122"/>
                <a:cs typeface="Cambria" pitchFamily="34" charset="-120"/>
              </a:rPr>
              <a:t>1000+</a:t>
            </a:r>
            <a:endParaRPr lang="en-US" sz="2100" dirty="0"/>
          </a:p>
        </p:txBody>
      </p:sp>
      <p:sp>
        <p:nvSpPr>
          <p:cNvPr id="7" name="Text 5"/>
          <p:cNvSpPr/>
          <p:nvPr/>
        </p:nvSpPr>
        <p:spPr>
          <a:xfrm>
            <a:off x="804672" y="2286000"/>
            <a:ext cx="2331720" cy="777240"/>
          </a:xfrm>
          <a:prstGeom prst="rect">
            <a:avLst/>
          </a:prstGeom>
          <a:noFill/>
          <a:ln/>
        </p:spPr>
        <p:txBody>
          <a:bodyPr wrap="square" lIns="0" tIns="0" rIns="0" bIns="0" rtlCol="0" anchor="ctr"/>
          <a:lstStyle/>
          <a:p>
            <a:pPr marL="0" indent="0">
              <a:lnSpc>
                <a:spcPct val="120000"/>
              </a:lnSpc>
              <a:buNone/>
            </a:pPr>
            <a:r>
              <a:rPr lang="en-US" sz="1600" dirty="0">
                <a:latin typeface="Calibri" pitchFamily="34" charset="0"/>
                <a:ea typeface="Calibri" pitchFamily="34" charset="-122"/>
                <a:cs typeface="Calibri" pitchFamily="34" charset="-120"/>
              </a:rPr>
              <a:t>schemes scattered across</a:t>
            </a:r>
            <a:endParaRPr lang="en-US" sz="1600" dirty="0"/>
          </a:p>
          <a:p>
            <a:pPr marL="0" indent="0">
              <a:lnSpc>
                <a:spcPct val="120000"/>
              </a:lnSpc>
              <a:buNone/>
            </a:pPr>
            <a:r>
              <a:rPr lang="en-US" sz="1600" dirty="0">
                <a:latin typeface="Calibri" pitchFamily="34" charset="0"/>
                <a:ea typeface="Calibri" pitchFamily="34" charset="-122"/>
                <a:cs typeface="Calibri" pitchFamily="34" charset="-120"/>
              </a:rPr>
              <a:t>government portals today</a:t>
            </a:r>
            <a:endParaRPr lang="en-US" sz="1600" dirty="0"/>
          </a:p>
        </p:txBody>
      </p:sp>
      <p:sp>
        <p:nvSpPr>
          <p:cNvPr id="8" name="Shape 6"/>
          <p:cNvSpPr/>
          <p:nvPr/>
        </p:nvSpPr>
        <p:spPr>
          <a:xfrm>
            <a:off x="3355848" y="1508760"/>
            <a:ext cx="2606040" cy="1691640"/>
          </a:xfrm>
          <a:prstGeom prst="rect">
            <a:avLst/>
          </a:prstGeom>
          <a:solidFill>
            <a:schemeClr val="accent6">
              <a:lumMod val="20000"/>
              <a:lumOff val="80000"/>
            </a:schemeClr>
          </a:solidFill>
          <a:ln/>
          <a:effectLst>
            <a:outerShdw blurRad="101600" dist="38100" dir="2700000" algn="bl" rotWithShape="0">
              <a:srgbClr val="000000">
                <a:alpha val="12000"/>
              </a:srgbClr>
            </a:outerShdw>
          </a:effectLst>
        </p:spPr>
        <p:txBody>
          <a:bodyPr/>
          <a:lstStyle/>
          <a:p>
            <a:endParaRPr lang="en-IN"/>
          </a:p>
        </p:txBody>
      </p:sp>
      <p:sp>
        <p:nvSpPr>
          <p:cNvPr id="9" name="Shape 7"/>
          <p:cNvSpPr/>
          <p:nvPr/>
        </p:nvSpPr>
        <p:spPr>
          <a:xfrm>
            <a:off x="3355848" y="1508760"/>
            <a:ext cx="2606040" cy="64008"/>
          </a:xfrm>
          <a:prstGeom prst="rect">
            <a:avLst/>
          </a:prstGeom>
          <a:solidFill>
            <a:schemeClr val="accent6">
              <a:lumMod val="50000"/>
            </a:schemeClr>
          </a:solidFill>
          <a:ln/>
        </p:spPr>
        <p:txBody>
          <a:bodyPr/>
          <a:lstStyle/>
          <a:p>
            <a:endParaRPr lang="en-IN"/>
          </a:p>
        </p:txBody>
      </p:sp>
      <p:sp>
        <p:nvSpPr>
          <p:cNvPr id="10" name="Text 8"/>
          <p:cNvSpPr/>
          <p:nvPr/>
        </p:nvSpPr>
        <p:spPr>
          <a:xfrm>
            <a:off x="3520440" y="1691640"/>
            <a:ext cx="2331720" cy="548640"/>
          </a:xfrm>
          <a:prstGeom prst="rect">
            <a:avLst/>
          </a:prstGeom>
          <a:noFill/>
          <a:ln/>
        </p:spPr>
        <p:txBody>
          <a:bodyPr wrap="square" lIns="0" tIns="0" rIns="0" bIns="0" rtlCol="0" anchor="ctr"/>
          <a:lstStyle/>
          <a:p>
            <a:pPr marL="0" indent="0">
              <a:buNone/>
            </a:pPr>
            <a:r>
              <a:rPr lang="en-US" sz="2100" b="1" dirty="0">
                <a:latin typeface="Cambria" pitchFamily="34" charset="0"/>
                <a:ea typeface="Cambria" pitchFamily="34" charset="-122"/>
                <a:cs typeface="Cambria" pitchFamily="34" charset="-120"/>
              </a:rPr>
              <a:t>Voice first</a:t>
            </a:r>
            <a:endParaRPr lang="en-US" sz="2100" dirty="0"/>
          </a:p>
        </p:txBody>
      </p:sp>
      <p:sp>
        <p:nvSpPr>
          <p:cNvPr id="11" name="Text 9"/>
          <p:cNvSpPr/>
          <p:nvPr/>
        </p:nvSpPr>
        <p:spPr>
          <a:xfrm>
            <a:off x="3520440" y="2286000"/>
            <a:ext cx="2331720" cy="777240"/>
          </a:xfrm>
          <a:prstGeom prst="rect">
            <a:avLst/>
          </a:prstGeom>
          <a:noFill/>
          <a:ln/>
        </p:spPr>
        <p:txBody>
          <a:bodyPr wrap="square" lIns="0" tIns="0" rIns="0" bIns="0" rtlCol="0" anchor="ctr"/>
          <a:lstStyle/>
          <a:p>
            <a:pPr marL="0" indent="0">
              <a:lnSpc>
                <a:spcPct val="120000"/>
              </a:lnSpc>
              <a:buNone/>
            </a:pPr>
            <a:r>
              <a:rPr lang="en-US" sz="1600" dirty="0">
                <a:latin typeface="Calibri" pitchFamily="34" charset="0"/>
                <a:ea typeface="Calibri" pitchFamily="34" charset="-122"/>
                <a:cs typeface="Calibri" pitchFamily="34" charset="-120"/>
              </a:rPr>
              <a:t>works for low-literacy</a:t>
            </a:r>
            <a:endParaRPr lang="en-US" sz="1600" dirty="0"/>
          </a:p>
          <a:p>
            <a:pPr marL="0" indent="0">
              <a:lnSpc>
                <a:spcPct val="120000"/>
              </a:lnSpc>
              <a:buNone/>
            </a:pPr>
            <a:r>
              <a:rPr lang="en-US" sz="1600" dirty="0">
                <a:latin typeface="Calibri" pitchFamily="34" charset="0"/>
                <a:ea typeface="Calibri" pitchFamily="34" charset="-122"/>
                <a:cs typeface="Calibri" pitchFamily="34" charset="-120"/>
              </a:rPr>
              <a:t>and feature-phone users</a:t>
            </a:r>
            <a:endParaRPr lang="en-US" sz="1250" dirty="0"/>
          </a:p>
        </p:txBody>
      </p:sp>
      <p:sp>
        <p:nvSpPr>
          <p:cNvPr id="12" name="Shape 10"/>
          <p:cNvSpPr/>
          <p:nvPr/>
        </p:nvSpPr>
        <p:spPr>
          <a:xfrm>
            <a:off x="6071616" y="1508760"/>
            <a:ext cx="2606040" cy="1691640"/>
          </a:xfrm>
          <a:prstGeom prst="rect">
            <a:avLst/>
          </a:prstGeom>
          <a:solidFill>
            <a:schemeClr val="accent6">
              <a:lumMod val="20000"/>
              <a:lumOff val="80000"/>
            </a:schemeClr>
          </a:solidFill>
          <a:ln/>
          <a:effectLst>
            <a:outerShdw blurRad="101600" dist="38100" dir="2700000" algn="bl" rotWithShape="0">
              <a:srgbClr val="000000">
                <a:alpha val="12000"/>
              </a:srgbClr>
            </a:outerShdw>
          </a:effectLst>
        </p:spPr>
        <p:txBody>
          <a:bodyPr/>
          <a:lstStyle/>
          <a:p>
            <a:endParaRPr lang="en-IN"/>
          </a:p>
        </p:txBody>
      </p:sp>
      <p:sp>
        <p:nvSpPr>
          <p:cNvPr id="13" name="Shape 11"/>
          <p:cNvSpPr/>
          <p:nvPr/>
        </p:nvSpPr>
        <p:spPr>
          <a:xfrm>
            <a:off x="6071616" y="1508760"/>
            <a:ext cx="2606040" cy="64008"/>
          </a:xfrm>
          <a:prstGeom prst="rect">
            <a:avLst/>
          </a:prstGeom>
          <a:solidFill>
            <a:schemeClr val="accent6">
              <a:lumMod val="50000"/>
            </a:schemeClr>
          </a:solidFill>
          <a:ln/>
        </p:spPr>
        <p:txBody>
          <a:bodyPr/>
          <a:lstStyle/>
          <a:p>
            <a:endParaRPr lang="en-IN"/>
          </a:p>
        </p:txBody>
      </p:sp>
      <p:sp>
        <p:nvSpPr>
          <p:cNvPr id="14" name="Text 12"/>
          <p:cNvSpPr/>
          <p:nvPr/>
        </p:nvSpPr>
        <p:spPr>
          <a:xfrm>
            <a:off x="6236208" y="1691640"/>
            <a:ext cx="2331720" cy="548640"/>
          </a:xfrm>
          <a:prstGeom prst="rect">
            <a:avLst/>
          </a:prstGeom>
          <a:noFill/>
          <a:ln/>
        </p:spPr>
        <p:txBody>
          <a:bodyPr wrap="square" lIns="0" tIns="0" rIns="0" bIns="0" rtlCol="0" anchor="ctr"/>
          <a:lstStyle/>
          <a:p>
            <a:pPr marL="0" indent="0">
              <a:buNone/>
            </a:pPr>
            <a:r>
              <a:rPr lang="en-US" sz="2100" b="1" dirty="0">
                <a:latin typeface="Cambria" pitchFamily="34" charset="0"/>
                <a:ea typeface="Cambria" pitchFamily="34" charset="-122"/>
                <a:cs typeface="Cambria" pitchFamily="34" charset="-120"/>
              </a:rPr>
              <a:t>SMS + Email</a:t>
            </a:r>
            <a:endParaRPr lang="en-US" sz="2100" dirty="0"/>
          </a:p>
        </p:txBody>
      </p:sp>
      <p:sp>
        <p:nvSpPr>
          <p:cNvPr id="15" name="Text 13"/>
          <p:cNvSpPr/>
          <p:nvPr/>
        </p:nvSpPr>
        <p:spPr>
          <a:xfrm>
            <a:off x="6236208" y="2286000"/>
            <a:ext cx="2331720" cy="777240"/>
          </a:xfrm>
          <a:prstGeom prst="rect">
            <a:avLst/>
          </a:prstGeom>
          <a:noFill/>
          <a:ln/>
        </p:spPr>
        <p:txBody>
          <a:bodyPr wrap="square" lIns="0" tIns="0" rIns="0" bIns="0" rtlCol="0" anchor="ctr"/>
          <a:lstStyle/>
          <a:p>
            <a:pPr marL="0" indent="0">
              <a:lnSpc>
                <a:spcPct val="120000"/>
              </a:lnSpc>
              <a:buNone/>
            </a:pPr>
            <a:r>
              <a:rPr lang="en-US" sz="1600" dirty="0">
                <a:latin typeface="Calibri" pitchFamily="34" charset="0"/>
                <a:ea typeface="Calibri" pitchFamily="34" charset="-122"/>
                <a:cs typeface="Calibri" pitchFamily="34" charset="-120"/>
              </a:rPr>
              <a:t>automatic alerts the</a:t>
            </a:r>
            <a:endParaRPr lang="en-US" sz="1600" dirty="0"/>
          </a:p>
          <a:p>
            <a:pPr marL="0" indent="0">
              <a:lnSpc>
                <a:spcPct val="120000"/>
              </a:lnSpc>
              <a:buNone/>
            </a:pPr>
            <a:r>
              <a:rPr lang="en-US" sz="1600" dirty="0">
                <a:latin typeface="Calibri" pitchFamily="34" charset="0"/>
                <a:ea typeface="Calibri" pitchFamily="34" charset="-122"/>
                <a:cs typeface="Calibri" pitchFamily="34" charset="-120"/>
              </a:rPr>
              <a:t>moment you're eligible</a:t>
            </a:r>
            <a:endParaRPr lang="en-US" sz="1600" dirty="0"/>
          </a:p>
        </p:txBody>
      </p:sp>
      <p:sp>
        <p:nvSpPr>
          <p:cNvPr id="16" name="Text 14"/>
          <p:cNvSpPr/>
          <p:nvPr/>
        </p:nvSpPr>
        <p:spPr>
          <a:xfrm>
            <a:off x="640080" y="3456432"/>
            <a:ext cx="10058400" cy="365760"/>
          </a:xfrm>
          <a:prstGeom prst="rect">
            <a:avLst/>
          </a:prstGeom>
          <a:noFill/>
          <a:ln/>
        </p:spPr>
        <p:txBody>
          <a:bodyPr wrap="square" lIns="0" tIns="0" rIns="0" bIns="0" rtlCol="0" anchor="ctr"/>
          <a:lstStyle/>
          <a:p>
            <a:pPr marL="0" indent="0">
              <a:buNone/>
            </a:pPr>
            <a:r>
              <a:rPr lang="en-US" sz="1650" b="1" dirty="0">
                <a:solidFill>
                  <a:srgbClr val="2C3E2B"/>
                </a:solidFill>
                <a:latin typeface="Calibri" pitchFamily="34" charset="0"/>
                <a:ea typeface="Calibri" pitchFamily="34" charset="-122"/>
                <a:cs typeface="Calibri" pitchFamily="34" charset="-120"/>
              </a:rPr>
              <a:t>Reaching the last mile — not through app stores, but through people already trusted</a:t>
            </a:r>
            <a:endParaRPr lang="en-US" sz="1650" dirty="0"/>
          </a:p>
        </p:txBody>
      </p:sp>
      <p:sp>
        <p:nvSpPr>
          <p:cNvPr id="17" name="Shape 15"/>
          <p:cNvSpPr/>
          <p:nvPr/>
        </p:nvSpPr>
        <p:spPr>
          <a:xfrm>
            <a:off x="640080" y="3950208"/>
            <a:ext cx="512064" cy="512064"/>
          </a:xfrm>
          <a:prstGeom prst="ellipse">
            <a:avLst/>
          </a:prstGeom>
          <a:solidFill>
            <a:schemeClr val="accent6">
              <a:lumMod val="60000"/>
              <a:lumOff val="40000"/>
            </a:schemeClr>
          </a:solidFill>
          <a:ln/>
        </p:spPr>
        <p:txBody>
          <a:bodyPr/>
          <a:lstStyle/>
          <a:p>
            <a:endParaRPr lang="en-IN"/>
          </a:p>
        </p:txBody>
      </p:sp>
      <p:pic>
        <p:nvPicPr>
          <p:cNvPr id="18" name="Image 0" descr="images/icon_community.png"/>
          <p:cNvPicPr>
            <a:picLocks noChangeAspect="1"/>
          </p:cNvPicPr>
          <p:nvPr/>
        </p:nvPicPr>
        <p:blipFill>
          <a:blip r:embed="rId3"/>
          <a:stretch>
            <a:fillRect/>
          </a:stretch>
        </p:blipFill>
        <p:spPr>
          <a:xfrm>
            <a:off x="777240" y="4082796"/>
            <a:ext cx="246888" cy="246888"/>
          </a:xfrm>
          <a:prstGeom prst="rect">
            <a:avLst/>
          </a:prstGeom>
        </p:spPr>
      </p:pic>
      <p:sp>
        <p:nvSpPr>
          <p:cNvPr id="19" name="Text 16"/>
          <p:cNvSpPr/>
          <p:nvPr/>
        </p:nvSpPr>
        <p:spPr>
          <a:xfrm>
            <a:off x="1344168" y="3913632"/>
            <a:ext cx="6583680" cy="320040"/>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ASHA &amp; Anganwadi workers</a:t>
            </a:r>
            <a:endParaRPr lang="en-US" sz="1600" dirty="0"/>
          </a:p>
        </p:txBody>
      </p:sp>
      <p:sp>
        <p:nvSpPr>
          <p:cNvPr id="20" name="Text 17"/>
          <p:cNvSpPr/>
          <p:nvPr/>
        </p:nvSpPr>
        <p:spPr>
          <a:xfrm>
            <a:off x="1344168" y="4261104"/>
            <a:ext cx="7333488" cy="502920"/>
          </a:xfrm>
          <a:prstGeom prst="rect">
            <a:avLst/>
          </a:prstGeom>
          <a:noFill/>
          <a:ln/>
        </p:spPr>
        <p:txBody>
          <a:bodyPr wrap="square" lIns="0" tIns="0" rIns="0" bIns="0" rtlCol="0" anchor="ctr"/>
          <a:lstStyle/>
          <a:p>
            <a:pPr marL="0" indent="0">
              <a:lnSpc>
                <a:spcPct val="120000"/>
              </a:lnSpc>
              <a:buNone/>
            </a:pPr>
            <a:r>
              <a:rPr lang="en-US" sz="1600" dirty="0">
                <a:solidFill>
                  <a:schemeClr val="tx1">
                    <a:lumMod val="95000"/>
                    <a:lumOff val="5000"/>
                  </a:schemeClr>
                </a:solidFill>
                <a:latin typeface="Calibri" pitchFamily="34" charset="0"/>
                <a:ea typeface="Calibri" pitchFamily="34" charset="-122"/>
                <a:cs typeface="Calibri" pitchFamily="34" charset="-120"/>
              </a:rPr>
              <a:t>Introduce the agent during routine household visits — no cold app discovery needed</a:t>
            </a:r>
            <a:r>
              <a:rPr lang="en-US" sz="1300" dirty="0">
                <a:solidFill>
                  <a:schemeClr val="accent6">
                    <a:lumMod val="50000"/>
                  </a:schemeClr>
                </a:solidFill>
                <a:latin typeface="Calibri" pitchFamily="34" charset="0"/>
                <a:ea typeface="Calibri" pitchFamily="34" charset="-122"/>
                <a:cs typeface="Calibri" pitchFamily="34" charset="-120"/>
              </a:rPr>
              <a:t>.</a:t>
            </a:r>
            <a:endParaRPr lang="en-US" sz="1300" dirty="0">
              <a:solidFill>
                <a:schemeClr val="accent6">
                  <a:lumMod val="50000"/>
                </a:schemeClr>
              </a:solidFill>
            </a:endParaRPr>
          </a:p>
        </p:txBody>
      </p:sp>
      <p:sp>
        <p:nvSpPr>
          <p:cNvPr id="21" name="Shape 18"/>
          <p:cNvSpPr/>
          <p:nvPr/>
        </p:nvSpPr>
        <p:spPr>
          <a:xfrm>
            <a:off x="640080" y="4882896"/>
            <a:ext cx="512064" cy="512064"/>
          </a:xfrm>
          <a:prstGeom prst="ellipse">
            <a:avLst/>
          </a:prstGeom>
          <a:solidFill>
            <a:schemeClr val="accent6">
              <a:lumMod val="60000"/>
              <a:lumOff val="40000"/>
            </a:schemeClr>
          </a:solidFill>
          <a:ln/>
        </p:spPr>
        <p:txBody>
          <a:bodyPr/>
          <a:lstStyle/>
          <a:p>
            <a:endParaRPr lang="en-IN"/>
          </a:p>
        </p:txBody>
      </p:sp>
      <p:pic>
        <p:nvPicPr>
          <p:cNvPr id="22" name="Image 1" descr="images/icon_map_w.png"/>
          <p:cNvPicPr>
            <a:picLocks noChangeAspect="1"/>
          </p:cNvPicPr>
          <p:nvPr/>
        </p:nvPicPr>
        <p:blipFill>
          <a:blip r:embed="rId4"/>
          <a:stretch>
            <a:fillRect/>
          </a:stretch>
        </p:blipFill>
        <p:spPr>
          <a:xfrm>
            <a:off x="777240" y="5015484"/>
            <a:ext cx="246888" cy="246888"/>
          </a:xfrm>
          <a:prstGeom prst="rect">
            <a:avLst/>
          </a:prstGeom>
        </p:spPr>
      </p:pic>
      <p:sp>
        <p:nvSpPr>
          <p:cNvPr id="23" name="Text 19"/>
          <p:cNvSpPr/>
          <p:nvPr/>
        </p:nvSpPr>
        <p:spPr>
          <a:xfrm>
            <a:off x="1344168" y="4846320"/>
            <a:ext cx="6583680" cy="320040"/>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Panchayat secretaries &amp; Lok Seva Kendras</a:t>
            </a:r>
            <a:endParaRPr lang="en-US" sz="1600" dirty="0"/>
          </a:p>
        </p:txBody>
      </p:sp>
      <p:sp>
        <p:nvSpPr>
          <p:cNvPr id="24" name="Text 20"/>
          <p:cNvSpPr/>
          <p:nvPr/>
        </p:nvSpPr>
        <p:spPr>
          <a:xfrm>
            <a:off x="1344168" y="5193792"/>
            <a:ext cx="6583680" cy="502920"/>
          </a:xfrm>
          <a:prstGeom prst="rect">
            <a:avLst/>
          </a:prstGeom>
          <a:noFill/>
          <a:ln/>
        </p:spPr>
        <p:txBody>
          <a:bodyPr wrap="square" lIns="0" tIns="0" rIns="0" bIns="0" rtlCol="0" anchor="ctr"/>
          <a:lstStyle/>
          <a:p>
            <a:pPr marL="0" indent="0">
              <a:lnSpc>
                <a:spcPct val="120000"/>
              </a:lnSpc>
              <a:buNone/>
            </a:pPr>
            <a:r>
              <a:rPr lang="en-US" sz="1600" dirty="0">
                <a:solidFill>
                  <a:schemeClr val="tx1">
                    <a:lumMod val="95000"/>
                    <a:lumOff val="5000"/>
                  </a:schemeClr>
                </a:solidFill>
                <a:latin typeface="Calibri" pitchFamily="34" charset="0"/>
                <a:ea typeface="Calibri" pitchFamily="34" charset="-122"/>
                <a:cs typeface="Calibri" pitchFamily="34" charset="-120"/>
              </a:rPr>
              <a:t>Act as a familiar, trusted bridge for first-time users</a:t>
            </a:r>
            <a:r>
              <a:rPr lang="en-US" sz="1300" dirty="0">
                <a:solidFill>
                  <a:srgbClr val="5B6B53"/>
                </a:solidFill>
                <a:latin typeface="Calibri" pitchFamily="34" charset="0"/>
                <a:ea typeface="Calibri" pitchFamily="34" charset="-122"/>
                <a:cs typeface="Calibri" pitchFamily="34" charset="-120"/>
              </a:rPr>
              <a:t>.</a:t>
            </a:r>
            <a:endParaRPr lang="en-US" sz="1300" dirty="0"/>
          </a:p>
        </p:txBody>
      </p:sp>
      <p:sp>
        <p:nvSpPr>
          <p:cNvPr id="25" name="Shape 21"/>
          <p:cNvSpPr/>
          <p:nvPr/>
        </p:nvSpPr>
        <p:spPr>
          <a:xfrm>
            <a:off x="640080" y="5815584"/>
            <a:ext cx="512064" cy="512064"/>
          </a:xfrm>
          <a:prstGeom prst="ellipse">
            <a:avLst/>
          </a:prstGeom>
          <a:solidFill>
            <a:schemeClr val="accent6">
              <a:lumMod val="60000"/>
              <a:lumOff val="40000"/>
            </a:schemeClr>
          </a:solidFill>
          <a:ln/>
        </p:spPr>
        <p:txBody>
          <a:bodyPr/>
          <a:lstStyle/>
          <a:p>
            <a:endParaRPr lang="en-IN"/>
          </a:p>
        </p:txBody>
      </p:sp>
      <p:pic>
        <p:nvPicPr>
          <p:cNvPr id="26" name="Image 2" descr="images/icon_community.png"/>
          <p:cNvPicPr>
            <a:picLocks noChangeAspect="1"/>
          </p:cNvPicPr>
          <p:nvPr/>
        </p:nvPicPr>
        <p:blipFill>
          <a:blip r:embed="rId3"/>
          <a:stretch>
            <a:fillRect/>
          </a:stretch>
        </p:blipFill>
        <p:spPr>
          <a:xfrm>
            <a:off x="777240" y="5948172"/>
            <a:ext cx="246888" cy="246888"/>
          </a:xfrm>
          <a:prstGeom prst="rect">
            <a:avLst/>
          </a:prstGeom>
        </p:spPr>
      </p:pic>
      <p:sp>
        <p:nvSpPr>
          <p:cNvPr id="27" name="Text 22"/>
          <p:cNvSpPr/>
          <p:nvPr/>
        </p:nvSpPr>
        <p:spPr>
          <a:xfrm>
            <a:off x="1344168" y="5779008"/>
            <a:ext cx="6583680" cy="320040"/>
          </a:xfrm>
          <a:prstGeom prst="rect">
            <a:avLst/>
          </a:prstGeom>
          <a:noFill/>
          <a:ln/>
        </p:spPr>
        <p:txBody>
          <a:bodyPr wrap="square" lIns="0" tIns="0" rIns="0" bIns="0" rtlCol="0" anchor="ctr"/>
          <a:lstStyle/>
          <a:p>
            <a:pPr marL="0" indent="0">
              <a:buNone/>
            </a:pPr>
            <a:r>
              <a:rPr lang="en-US" sz="1600" b="1" dirty="0">
                <a:solidFill>
                  <a:srgbClr val="2C3E2B"/>
                </a:solidFill>
                <a:latin typeface="Calibri" pitchFamily="34" charset="0"/>
                <a:ea typeface="Calibri" pitchFamily="34" charset="-122"/>
                <a:cs typeface="Calibri" pitchFamily="34" charset="-120"/>
              </a:rPr>
              <a:t>Word of mouth</a:t>
            </a:r>
            <a:endParaRPr lang="en-US" sz="1600" dirty="0"/>
          </a:p>
        </p:txBody>
      </p:sp>
      <p:sp>
        <p:nvSpPr>
          <p:cNvPr id="28" name="Text 23"/>
          <p:cNvSpPr/>
          <p:nvPr/>
        </p:nvSpPr>
        <p:spPr>
          <a:xfrm>
            <a:off x="1344168" y="6126480"/>
            <a:ext cx="7333488" cy="502920"/>
          </a:xfrm>
          <a:prstGeom prst="rect">
            <a:avLst/>
          </a:prstGeom>
          <a:noFill/>
          <a:ln/>
        </p:spPr>
        <p:txBody>
          <a:bodyPr wrap="square" lIns="0" tIns="0" rIns="0" bIns="0" rtlCol="0" anchor="ctr"/>
          <a:lstStyle/>
          <a:p>
            <a:pPr marL="0" indent="0">
              <a:lnSpc>
                <a:spcPct val="120000"/>
              </a:lnSpc>
              <a:buNone/>
            </a:pPr>
            <a:r>
              <a:rPr lang="en-US" sz="1600" dirty="0">
                <a:solidFill>
                  <a:schemeClr val="tx1">
                    <a:lumMod val="95000"/>
                    <a:lumOff val="5000"/>
                  </a:schemeClr>
                </a:solidFill>
                <a:latin typeface="Calibri" pitchFamily="34" charset="0"/>
                <a:ea typeface="Calibri" pitchFamily="34" charset="-122"/>
                <a:cs typeface="Calibri" pitchFamily="34" charset="-120"/>
              </a:rPr>
              <a:t>Once one family benefits, that becomes the strongest distribution channel in the village</a:t>
            </a:r>
            <a:r>
              <a:rPr lang="en-US" sz="1300" dirty="0">
                <a:solidFill>
                  <a:srgbClr val="5B6B53"/>
                </a:solidFill>
                <a:latin typeface="Calibri" pitchFamily="34" charset="0"/>
                <a:ea typeface="Calibri" pitchFamily="34" charset="-122"/>
                <a:cs typeface="Calibri" pitchFamily="34" charset="-120"/>
              </a:rPr>
              <a:t>.</a:t>
            </a:r>
            <a:endParaRPr lang="en-US" sz="1300" dirty="0"/>
          </a:p>
        </p:txBody>
      </p:sp>
      <p:pic>
        <p:nvPicPr>
          <p:cNvPr id="29" name="Image 3" descr="images/outdoor_class.jpg"/>
          <p:cNvPicPr>
            <a:picLocks noChangeAspect="1"/>
          </p:cNvPicPr>
          <p:nvPr/>
        </p:nvPicPr>
        <p:blipFill>
          <a:blip r:embed="rId5"/>
          <a:srcRect/>
          <a:stretch/>
        </p:blipFill>
        <p:spPr>
          <a:xfrm>
            <a:off x="8945882" y="639195"/>
            <a:ext cx="2920180" cy="2924900"/>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DFBF7"/>
        </a:solidFill>
        <a:effectLst/>
      </p:bgPr>
    </p:bg>
    <p:spTree>
      <p:nvGrpSpPr>
        <p:cNvPr id="1" name=""/>
        <p:cNvGrpSpPr/>
        <p:nvPr/>
      </p:nvGrpSpPr>
      <p:grpSpPr>
        <a:xfrm>
          <a:off x="0" y="0"/>
          <a:ext cx="0" cy="0"/>
          <a:chOff x="0" y="0"/>
          <a:chExt cx="0" cy="0"/>
        </a:xfrm>
      </p:grpSpPr>
      <p:sp>
        <p:nvSpPr>
          <p:cNvPr id="2" name="Text 0"/>
          <p:cNvSpPr/>
          <p:nvPr/>
        </p:nvSpPr>
        <p:spPr>
          <a:xfrm>
            <a:off x="640080" y="384048"/>
            <a:ext cx="7315200" cy="320040"/>
          </a:xfrm>
          <a:prstGeom prst="rect">
            <a:avLst/>
          </a:prstGeom>
          <a:noFill/>
          <a:ln/>
        </p:spPr>
        <p:txBody>
          <a:bodyPr wrap="square" lIns="0" tIns="0" rIns="0" bIns="0" rtlCol="0" anchor="ctr"/>
          <a:lstStyle/>
          <a:p>
            <a:pPr marL="0" indent="0">
              <a:buNone/>
            </a:pPr>
            <a:r>
              <a:rPr lang="en-US" sz="2000" b="1" kern="0" spc="200" dirty="0">
                <a:solidFill>
                  <a:schemeClr val="accent6">
                    <a:lumMod val="50000"/>
                  </a:schemeClr>
                </a:solidFill>
                <a:latin typeface="Calibri" pitchFamily="34" charset="0"/>
                <a:ea typeface="Calibri" pitchFamily="34" charset="-122"/>
                <a:cs typeface="Calibri" pitchFamily="34" charset="-120"/>
              </a:rPr>
              <a:t>FUTURE SCOPE</a:t>
            </a:r>
            <a:endParaRPr lang="en-US" sz="2000" dirty="0">
              <a:solidFill>
                <a:schemeClr val="accent6">
                  <a:lumMod val="50000"/>
                </a:schemeClr>
              </a:solidFill>
            </a:endParaRPr>
          </a:p>
        </p:txBody>
      </p:sp>
      <p:sp>
        <p:nvSpPr>
          <p:cNvPr id="3" name="Text 1"/>
          <p:cNvSpPr/>
          <p:nvPr/>
        </p:nvSpPr>
        <p:spPr>
          <a:xfrm>
            <a:off x="640080" y="713232"/>
            <a:ext cx="10881360" cy="640080"/>
          </a:xfrm>
          <a:prstGeom prst="rect">
            <a:avLst/>
          </a:prstGeom>
          <a:noFill/>
          <a:ln/>
        </p:spPr>
        <p:txBody>
          <a:bodyPr wrap="square" lIns="0" tIns="0" rIns="0" bIns="0" rtlCol="0" anchor="ctr"/>
          <a:lstStyle/>
          <a:p>
            <a:pPr marL="0" indent="0">
              <a:lnSpc>
                <a:spcPct val="110000"/>
              </a:lnSpc>
              <a:buNone/>
            </a:pPr>
            <a:r>
              <a:rPr lang="en-US" sz="2500" b="1" dirty="0">
                <a:solidFill>
                  <a:srgbClr val="2C3E2B"/>
                </a:solidFill>
                <a:latin typeface="Cambria" pitchFamily="34" charset="0"/>
                <a:ea typeface="Cambria" pitchFamily="34" charset="-122"/>
                <a:cs typeface="Cambria" pitchFamily="34" charset="-120"/>
              </a:rPr>
              <a:t>Roadmap beyond the prototype</a:t>
            </a:r>
            <a:endParaRPr lang="en-US" sz="2500" dirty="0"/>
          </a:p>
        </p:txBody>
      </p:sp>
      <p:sp>
        <p:nvSpPr>
          <p:cNvPr id="4" name="Shape 2"/>
          <p:cNvSpPr/>
          <p:nvPr/>
        </p:nvSpPr>
        <p:spPr>
          <a:xfrm>
            <a:off x="640080" y="1600200"/>
            <a:ext cx="3511296" cy="566928"/>
          </a:xfrm>
          <a:prstGeom prst="rect">
            <a:avLst/>
          </a:prstGeom>
          <a:solidFill>
            <a:schemeClr val="accent6">
              <a:lumMod val="60000"/>
              <a:lumOff val="40000"/>
            </a:schemeClr>
          </a:solidFill>
          <a:ln/>
        </p:spPr>
        <p:txBody>
          <a:bodyPr/>
          <a:lstStyle/>
          <a:p>
            <a:endParaRPr lang="en-IN"/>
          </a:p>
        </p:txBody>
      </p:sp>
      <p:sp>
        <p:nvSpPr>
          <p:cNvPr id="5" name="Text 3"/>
          <p:cNvSpPr/>
          <p:nvPr/>
        </p:nvSpPr>
        <p:spPr>
          <a:xfrm>
            <a:off x="822960" y="1600200"/>
            <a:ext cx="3145536" cy="566928"/>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Phase 1 — Prototype (now)</a:t>
            </a:r>
            <a:endParaRPr lang="en-US" sz="1400" dirty="0"/>
          </a:p>
        </p:txBody>
      </p:sp>
      <p:sp>
        <p:nvSpPr>
          <p:cNvPr id="6" name="Shape 4"/>
          <p:cNvSpPr/>
          <p:nvPr/>
        </p:nvSpPr>
        <p:spPr>
          <a:xfrm>
            <a:off x="640080" y="2377440"/>
            <a:ext cx="3511296" cy="3931920"/>
          </a:xfrm>
          <a:prstGeom prst="rect">
            <a:avLst/>
          </a:prstGeom>
          <a:solidFill>
            <a:srgbClr val="FFFFFF"/>
          </a:solidFill>
          <a:ln w="19050">
            <a:solidFill>
              <a:srgbClr val="F2E9DA"/>
            </a:solidFill>
            <a:prstDash val="solid"/>
          </a:ln>
        </p:spPr>
        <p:txBody>
          <a:bodyPr/>
          <a:lstStyle/>
          <a:p>
            <a:endParaRPr lang="en-IN"/>
          </a:p>
        </p:txBody>
      </p:sp>
      <p:sp>
        <p:nvSpPr>
          <p:cNvPr id="7" name="Shape 5"/>
          <p:cNvSpPr/>
          <p:nvPr/>
        </p:nvSpPr>
        <p:spPr>
          <a:xfrm>
            <a:off x="841248" y="2496312"/>
            <a:ext cx="109728" cy="109728"/>
          </a:xfrm>
          <a:prstGeom prst="ellipse">
            <a:avLst/>
          </a:prstGeom>
          <a:solidFill>
            <a:schemeClr val="tx1"/>
          </a:solidFill>
          <a:ln/>
        </p:spPr>
        <p:txBody>
          <a:bodyPr/>
          <a:lstStyle/>
          <a:p>
            <a:endParaRPr lang="en-IN"/>
          </a:p>
        </p:txBody>
      </p:sp>
      <p:sp>
        <p:nvSpPr>
          <p:cNvPr id="8" name="Text 6"/>
          <p:cNvSpPr/>
          <p:nvPr/>
        </p:nvSpPr>
        <p:spPr>
          <a:xfrm>
            <a:off x="1060704" y="2377440"/>
            <a:ext cx="2907792" cy="868680"/>
          </a:xfrm>
          <a:prstGeom prst="rect">
            <a:avLst/>
          </a:prstGeom>
          <a:noFill/>
          <a:ln/>
        </p:spPr>
        <p:txBody>
          <a:bodyPr wrap="square" lIns="0" tIns="0" rIns="0" bIns="0" rtlCol="0" anchor="ctr"/>
          <a:lstStyle/>
          <a:p>
            <a:pPr marL="0" indent="0">
              <a:lnSpc>
                <a:spcPct val="125000"/>
              </a:lnSpc>
              <a:buNone/>
            </a:pPr>
            <a:r>
              <a:rPr lang="en-US" sz="1400" dirty="0">
                <a:latin typeface="Calibri" pitchFamily="34" charset="0"/>
                <a:ea typeface="Calibri" pitchFamily="34" charset="-122"/>
                <a:cs typeface="Calibri" pitchFamily="34" charset="-120"/>
              </a:rPr>
              <a:t>categories: Education, Agriculture, Pension</a:t>
            </a:r>
            <a:endParaRPr lang="en-US" sz="1400" dirty="0"/>
          </a:p>
        </p:txBody>
      </p:sp>
      <p:sp>
        <p:nvSpPr>
          <p:cNvPr id="9" name="Shape 7"/>
          <p:cNvSpPr/>
          <p:nvPr/>
        </p:nvSpPr>
        <p:spPr>
          <a:xfrm>
            <a:off x="841248" y="3520440"/>
            <a:ext cx="109728" cy="109728"/>
          </a:xfrm>
          <a:prstGeom prst="ellipse">
            <a:avLst/>
          </a:prstGeom>
          <a:solidFill>
            <a:schemeClr val="tx1"/>
          </a:solidFill>
          <a:ln/>
        </p:spPr>
        <p:txBody>
          <a:bodyPr/>
          <a:lstStyle/>
          <a:p>
            <a:endParaRPr lang="en-IN"/>
          </a:p>
        </p:txBody>
      </p:sp>
      <p:sp>
        <p:nvSpPr>
          <p:cNvPr id="10" name="Text 8"/>
          <p:cNvSpPr/>
          <p:nvPr/>
        </p:nvSpPr>
        <p:spPr>
          <a:xfrm>
            <a:off x="1060704" y="3401568"/>
            <a:ext cx="2907792" cy="868680"/>
          </a:xfrm>
          <a:prstGeom prst="rect">
            <a:avLst/>
          </a:prstGeom>
          <a:noFill/>
          <a:ln/>
        </p:spPr>
        <p:txBody>
          <a:bodyPr wrap="square" lIns="0" tIns="0" rIns="0" bIns="0" rtlCol="0" anchor="ctr"/>
          <a:lstStyle/>
          <a:p>
            <a:pPr marL="0" indent="0">
              <a:lnSpc>
                <a:spcPct val="125000"/>
              </a:lnSpc>
              <a:buNone/>
            </a:pPr>
            <a:r>
              <a:rPr lang="en-US" sz="1400" dirty="0">
                <a:latin typeface="Calibri" pitchFamily="34" charset="0"/>
                <a:ea typeface="Calibri" pitchFamily="34" charset="-122"/>
                <a:cs typeface="Calibri" pitchFamily="34" charset="-120"/>
              </a:rPr>
              <a:t>Hindi + English, voice and text</a:t>
            </a:r>
            <a:endParaRPr lang="en-US" sz="1400" dirty="0"/>
          </a:p>
        </p:txBody>
      </p:sp>
      <p:sp>
        <p:nvSpPr>
          <p:cNvPr id="11" name="Shape 9"/>
          <p:cNvSpPr/>
          <p:nvPr/>
        </p:nvSpPr>
        <p:spPr>
          <a:xfrm>
            <a:off x="841248" y="4544568"/>
            <a:ext cx="109728" cy="109728"/>
          </a:xfrm>
          <a:prstGeom prst="ellipse">
            <a:avLst/>
          </a:prstGeom>
          <a:solidFill>
            <a:schemeClr val="tx1"/>
          </a:solidFill>
          <a:ln/>
        </p:spPr>
        <p:txBody>
          <a:bodyPr/>
          <a:lstStyle/>
          <a:p>
            <a:endParaRPr lang="en-IN"/>
          </a:p>
        </p:txBody>
      </p:sp>
      <p:sp>
        <p:nvSpPr>
          <p:cNvPr id="12" name="Text 10"/>
          <p:cNvSpPr/>
          <p:nvPr/>
        </p:nvSpPr>
        <p:spPr>
          <a:xfrm>
            <a:off x="1060704" y="4425696"/>
            <a:ext cx="2907792" cy="868680"/>
          </a:xfrm>
          <a:prstGeom prst="rect">
            <a:avLst/>
          </a:prstGeom>
          <a:noFill/>
          <a:ln/>
        </p:spPr>
        <p:txBody>
          <a:bodyPr wrap="square" lIns="0" tIns="0" rIns="0" bIns="0" rtlCol="0" anchor="ctr"/>
          <a:lstStyle/>
          <a:p>
            <a:pPr marL="0" indent="0">
              <a:lnSpc>
                <a:spcPct val="125000"/>
              </a:lnSpc>
              <a:buNone/>
            </a:pPr>
            <a:r>
              <a:rPr lang="en-US" sz="1400" dirty="0">
                <a:latin typeface="Calibri" pitchFamily="34" charset="0"/>
                <a:ea typeface="Calibri" pitchFamily="34" charset="-122"/>
                <a:cs typeface="Calibri" pitchFamily="34" charset="-120"/>
              </a:rPr>
              <a:t>SMS &amp; email alerts on a seed dataset of schemes</a:t>
            </a:r>
            <a:endParaRPr lang="en-US" sz="1400" dirty="0"/>
          </a:p>
        </p:txBody>
      </p:sp>
      <p:sp>
        <p:nvSpPr>
          <p:cNvPr id="13" name="Shape 11"/>
          <p:cNvSpPr/>
          <p:nvPr/>
        </p:nvSpPr>
        <p:spPr>
          <a:xfrm>
            <a:off x="4270248" y="1600200"/>
            <a:ext cx="3511296" cy="566928"/>
          </a:xfrm>
          <a:prstGeom prst="rect">
            <a:avLst/>
          </a:prstGeom>
          <a:solidFill>
            <a:schemeClr val="accent6">
              <a:lumMod val="60000"/>
              <a:lumOff val="40000"/>
            </a:schemeClr>
          </a:solidFill>
          <a:ln/>
        </p:spPr>
        <p:txBody>
          <a:bodyPr/>
          <a:lstStyle/>
          <a:p>
            <a:endParaRPr lang="en-IN"/>
          </a:p>
        </p:txBody>
      </p:sp>
      <p:sp>
        <p:nvSpPr>
          <p:cNvPr id="14" name="Text 12"/>
          <p:cNvSpPr/>
          <p:nvPr/>
        </p:nvSpPr>
        <p:spPr>
          <a:xfrm>
            <a:off x="4453128" y="1600200"/>
            <a:ext cx="3145536" cy="566928"/>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Phase 2 — Next</a:t>
            </a:r>
            <a:endParaRPr lang="en-US" sz="1400" dirty="0"/>
          </a:p>
        </p:txBody>
      </p:sp>
      <p:sp>
        <p:nvSpPr>
          <p:cNvPr id="15" name="Shape 13"/>
          <p:cNvSpPr/>
          <p:nvPr/>
        </p:nvSpPr>
        <p:spPr>
          <a:xfrm>
            <a:off x="4325112" y="2254733"/>
            <a:ext cx="3511296" cy="3931920"/>
          </a:xfrm>
          <a:prstGeom prst="rect">
            <a:avLst/>
          </a:prstGeom>
          <a:solidFill>
            <a:srgbClr val="FFFFFF"/>
          </a:solidFill>
          <a:ln w="19050">
            <a:solidFill>
              <a:srgbClr val="F2E9DA"/>
            </a:solidFill>
            <a:prstDash val="solid"/>
          </a:ln>
        </p:spPr>
        <p:txBody>
          <a:bodyPr/>
          <a:lstStyle/>
          <a:p>
            <a:endParaRPr lang="en-IN"/>
          </a:p>
        </p:txBody>
      </p:sp>
      <p:sp>
        <p:nvSpPr>
          <p:cNvPr id="16" name="Shape 14"/>
          <p:cNvSpPr/>
          <p:nvPr/>
        </p:nvSpPr>
        <p:spPr>
          <a:xfrm>
            <a:off x="4471416" y="2496312"/>
            <a:ext cx="109728" cy="109728"/>
          </a:xfrm>
          <a:prstGeom prst="ellipse">
            <a:avLst/>
          </a:prstGeom>
          <a:solidFill>
            <a:schemeClr val="tx1"/>
          </a:solidFill>
          <a:ln/>
        </p:spPr>
        <p:txBody>
          <a:bodyPr/>
          <a:lstStyle/>
          <a:p>
            <a:endParaRPr lang="en-IN"/>
          </a:p>
        </p:txBody>
      </p:sp>
      <p:sp>
        <p:nvSpPr>
          <p:cNvPr id="17" name="Text 15"/>
          <p:cNvSpPr/>
          <p:nvPr/>
        </p:nvSpPr>
        <p:spPr>
          <a:xfrm>
            <a:off x="4690872" y="2377440"/>
            <a:ext cx="2907792" cy="868680"/>
          </a:xfrm>
          <a:prstGeom prst="rect">
            <a:avLst/>
          </a:prstGeom>
          <a:noFill/>
          <a:ln/>
        </p:spPr>
        <p:txBody>
          <a:bodyPr wrap="square" lIns="0" tIns="0" rIns="0" bIns="0" rtlCol="0" anchor="ctr"/>
          <a:lstStyle/>
          <a:p>
            <a:pPr marL="0" indent="0">
              <a:lnSpc>
                <a:spcPct val="125000"/>
              </a:lnSpc>
              <a:buNone/>
            </a:pPr>
            <a:r>
              <a:rPr lang="en-US" sz="1400" dirty="0">
                <a:latin typeface="Calibri" pitchFamily="34" charset="0"/>
                <a:ea typeface="Calibri" pitchFamily="34" charset="-122"/>
                <a:cs typeface="Calibri" pitchFamily="34" charset="-120"/>
              </a:rPr>
              <a:t>Expand to Health and Complaint redressal</a:t>
            </a:r>
            <a:endParaRPr lang="en-US" sz="1400" dirty="0"/>
          </a:p>
        </p:txBody>
      </p:sp>
      <p:sp>
        <p:nvSpPr>
          <p:cNvPr id="18" name="Shape 16"/>
          <p:cNvSpPr/>
          <p:nvPr/>
        </p:nvSpPr>
        <p:spPr>
          <a:xfrm>
            <a:off x="4471416" y="3520440"/>
            <a:ext cx="109728" cy="109728"/>
          </a:xfrm>
          <a:prstGeom prst="ellipse">
            <a:avLst/>
          </a:prstGeom>
          <a:solidFill>
            <a:schemeClr val="tx1"/>
          </a:solidFill>
          <a:ln/>
        </p:spPr>
        <p:txBody>
          <a:bodyPr/>
          <a:lstStyle/>
          <a:p>
            <a:endParaRPr lang="en-IN"/>
          </a:p>
        </p:txBody>
      </p:sp>
      <p:sp>
        <p:nvSpPr>
          <p:cNvPr id="19" name="Text 17"/>
          <p:cNvSpPr/>
          <p:nvPr/>
        </p:nvSpPr>
        <p:spPr>
          <a:xfrm>
            <a:off x="4690872" y="3401568"/>
            <a:ext cx="2907792" cy="868680"/>
          </a:xfrm>
          <a:prstGeom prst="rect">
            <a:avLst/>
          </a:prstGeom>
          <a:noFill/>
          <a:ln/>
        </p:spPr>
        <p:txBody>
          <a:bodyPr wrap="square" lIns="0" tIns="0" rIns="0" bIns="0" rtlCol="0" anchor="ctr"/>
          <a:lstStyle/>
          <a:p>
            <a:pPr marL="0" indent="0">
              <a:lnSpc>
                <a:spcPct val="125000"/>
              </a:lnSpc>
              <a:buNone/>
            </a:pPr>
            <a:r>
              <a:rPr lang="en-US" sz="1400" dirty="0">
                <a:latin typeface="Calibri" pitchFamily="34" charset="0"/>
                <a:ea typeface="Calibri" pitchFamily="34" charset="-122"/>
                <a:cs typeface="Calibri" pitchFamily="34" charset="-120"/>
              </a:rPr>
              <a:t>Wider scheme coverage across more states</a:t>
            </a:r>
            <a:endParaRPr lang="en-US" sz="1400" dirty="0"/>
          </a:p>
        </p:txBody>
      </p:sp>
      <p:sp>
        <p:nvSpPr>
          <p:cNvPr id="20" name="Shape 18"/>
          <p:cNvSpPr/>
          <p:nvPr/>
        </p:nvSpPr>
        <p:spPr>
          <a:xfrm>
            <a:off x="4471416" y="4544568"/>
            <a:ext cx="109728" cy="109728"/>
          </a:xfrm>
          <a:prstGeom prst="ellipse">
            <a:avLst/>
          </a:prstGeom>
          <a:solidFill>
            <a:schemeClr val="tx1"/>
          </a:solidFill>
          <a:ln/>
        </p:spPr>
        <p:txBody>
          <a:bodyPr/>
          <a:lstStyle/>
          <a:p>
            <a:endParaRPr lang="en-IN"/>
          </a:p>
        </p:txBody>
      </p:sp>
      <p:sp>
        <p:nvSpPr>
          <p:cNvPr id="21" name="Text 19"/>
          <p:cNvSpPr/>
          <p:nvPr/>
        </p:nvSpPr>
        <p:spPr>
          <a:xfrm>
            <a:off x="4690872" y="4425696"/>
            <a:ext cx="2907792" cy="868680"/>
          </a:xfrm>
          <a:prstGeom prst="rect">
            <a:avLst/>
          </a:prstGeom>
          <a:noFill/>
          <a:ln/>
        </p:spPr>
        <p:txBody>
          <a:bodyPr wrap="square" lIns="0" tIns="0" rIns="0" bIns="0" rtlCol="0" anchor="ctr"/>
          <a:lstStyle/>
          <a:p>
            <a:pPr marL="0" indent="0">
              <a:lnSpc>
                <a:spcPct val="125000"/>
              </a:lnSpc>
              <a:buNone/>
            </a:pPr>
            <a:r>
              <a:rPr lang="en-US" sz="1400" dirty="0">
                <a:latin typeface="Calibri" pitchFamily="34" charset="0"/>
                <a:ea typeface="Calibri" pitchFamily="34" charset="-122"/>
                <a:cs typeface="Calibri" pitchFamily="34" charset="-120"/>
              </a:rPr>
              <a:t>Explore tie-ups with official scheme APIs (e.g. myscheme.gov.in)</a:t>
            </a:r>
            <a:endParaRPr lang="en-US" sz="1400" dirty="0"/>
          </a:p>
        </p:txBody>
      </p:sp>
      <p:sp>
        <p:nvSpPr>
          <p:cNvPr id="22" name="Shape 20"/>
          <p:cNvSpPr/>
          <p:nvPr/>
        </p:nvSpPr>
        <p:spPr>
          <a:xfrm>
            <a:off x="7900416" y="1600200"/>
            <a:ext cx="3511296" cy="566928"/>
          </a:xfrm>
          <a:prstGeom prst="rect">
            <a:avLst/>
          </a:prstGeom>
          <a:solidFill>
            <a:schemeClr val="accent6">
              <a:lumMod val="60000"/>
              <a:lumOff val="40000"/>
            </a:schemeClr>
          </a:solidFill>
          <a:ln/>
        </p:spPr>
        <p:txBody>
          <a:bodyPr/>
          <a:lstStyle/>
          <a:p>
            <a:endParaRPr lang="en-IN"/>
          </a:p>
        </p:txBody>
      </p:sp>
      <p:sp>
        <p:nvSpPr>
          <p:cNvPr id="23" name="Text 21"/>
          <p:cNvSpPr/>
          <p:nvPr/>
        </p:nvSpPr>
        <p:spPr>
          <a:xfrm>
            <a:off x="8083296" y="1600200"/>
            <a:ext cx="3145536" cy="566928"/>
          </a:xfrm>
          <a:prstGeom prst="rect">
            <a:avLst/>
          </a:prstGeom>
          <a:noFill/>
          <a:ln/>
        </p:spPr>
        <p:txBody>
          <a:bodyPr wrap="square" lIns="0" tIns="0" rIns="0" bIns="0" rtlCol="0" anchor="ctr"/>
          <a:lstStyle/>
          <a:p>
            <a:pPr marL="0" indent="0">
              <a:buNone/>
            </a:pPr>
            <a:r>
              <a:rPr lang="en-US" sz="1400" b="1" dirty="0">
                <a:latin typeface="Calibri" pitchFamily="34" charset="0"/>
                <a:ea typeface="Calibri" pitchFamily="34" charset="-122"/>
                <a:cs typeface="Calibri" pitchFamily="34" charset="-120"/>
              </a:rPr>
              <a:t>Phase 3 — Vision</a:t>
            </a:r>
            <a:endParaRPr lang="en-US" sz="1400" dirty="0"/>
          </a:p>
        </p:txBody>
      </p:sp>
      <p:sp>
        <p:nvSpPr>
          <p:cNvPr id="24" name="Shape 22"/>
          <p:cNvSpPr/>
          <p:nvPr/>
        </p:nvSpPr>
        <p:spPr>
          <a:xfrm>
            <a:off x="7900416" y="2240280"/>
            <a:ext cx="3511296" cy="3931920"/>
          </a:xfrm>
          <a:prstGeom prst="rect">
            <a:avLst/>
          </a:prstGeom>
          <a:solidFill>
            <a:srgbClr val="FFFFFF"/>
          </a:solidFill>
          <a:ln w="19050">
            <a:solidFill>
              <a:srgbClr val="F2E9DA"/>
            </a:solidFill>
            <a:prstDash val="solid"/>
          </a:ln>
        </p:spPr>
        <p:txBody>
          <a:bodyPr/>
          <a:lstStyle/>
          <a:p>
            <a:endParaRPr lang="en-IN"/>
          </a:p>
        </p:txBody>
      </p:sp>
      <p:sp>
        <p:nvSpPr>
          <p:cNvPr id="25" name="Shape 23"/>
          <p:cNvSpPr/>
          <p:nvPr/>
        </p:nvSpPr>
        <p:spPr>
          <a:xfrm>
            <a:off x="8101584" y="2496312"/>
            <a:ext cx="109728" cy="109728"/>
          </a:xfrm>
          <a:prstGeom prst="ellipse">
            <a:avLst/>
          </a:prstGeom>
          <a:solidFill>
            <a:schemeClr val="tx1"/>
          </a:solidFill>
          <a:ln/>
        </p:spPr>
        <p:txBody>
          <a:bodyPr/>
          <a:lstStyle/>
          <a:p>
            <a:endParaRPr lang="en-IN"/>
          </a:p>
        </p:txBody>
      </p:sp>
      <p:sp>
        <p:nvSpPr>
          <p:cNvPr id="26" name="Text 24"/>
          <p:cNvSpPr/>
          <p:nvPr/>
        </p:nvSpPr>
        <p:spPr>
          <a:xfrm>
            <a:off x="8321040" y="2377440"/>
            <a:ext cx="2907792" cy="868680"/>
          </a:xfrm>
          <a:prstGeom prst="rect">
            <a:avLst/>
          </a:prstGeom>
          <a:noFill/>
          <a:ln/>
        </p:spPr>
        <p:txBody>
          <a:bodyPr wrap="square" lIns="0" tIns="0" rIns="0" bIns="0" rtlCol="0" anchor="ctr"/>
          <a:lstStyle/>
          <a:p>
            <a:pPr marL="0" indent="0">
              <a:lnSpc>
                <a:spcPct val="125000"/>
              </a:lnSpc>
              <a:buNone/>
            </a:pPr>
            <a:r>
              <a:rPr lang="en-US" sz="1400" dirty="0">
                <a:latin typeface="Calibri" pitchFamily="34" charset="0"/>
                <a:ea typeface="Calibri" pitchFamily="34" charset="-122"/>
                <a:cs typeface="Calibri" pitchFamily="34" charset="-120"/>
              </a:rPr>
              <a:t>Partner with Panchayats &amp; Lok Seva Kendras for offline support</a:t>
            </a:r>
            <a:endParaRPr lang="en-US" sz="1400" dirty="0"/>
          </a:p>
        </p:txBody>
      </p:sp>
      <p:sp>
        <p:nvSpPr>
          <p:cNvPr id="27" name="Shape 25"/>
          <p:cNvSpPr/>
          <p:nvPr/>
        </p:nvSpPr>
        <p:spPr>
          <a:xfrm>
            <a:off x="8101584" y="3520440"/>
            <a:ext cx="109728" cy="109728"/>
          </a:xfrm>
          <a:prstGeom prst="ellipse">
            <a:avLst/>
          </a:prstGeom>
          <a:solidFill>
            <a:schemeClr val="tx1"/>
          </a:solidFill>
          <a:ln/>
        </p:spPr>
        <p:txBody>
          <a:bodyPr/>
          <a:lstStyle/>
          <a:p>
            <a:endParaRPr lang="en-IN"/>
          </a:p>
        </p:txBody>
      </p:sp>
      <p:sp>
        <p:nvSpPr>
          <p:cNvPr id="28" name="Text 26"/>
          <p:cNvSpPr/>
          <p:nvPr/>
        </p:nvSpPr>
        <p:spPr>
          <a:xfrm>
            <a:off x="8321040" y="3401568"/>
            <a:ext cx="2907792" cy="868680"/>
          </a:xfrm>
          <a:prstGeom prst="rect">
            <a:avLst/>
          </a:prstGeom>
          <a:noFill/>
          <a:ln/>
        </p:spPr>
        <p:txBody>
          <a:bodyPr wrap="square" lIns="0" tIns="0" rIns="0" bIns="0" rtlCol="0" anchor="ctr"/>
          <a:lstStyle/>
          <a:p>
            <a:pPr marL="0" indent="0">
              <a:lnSpc>
                <a:spcPct val="125000"/>
              </a:lnSpc>
              <a:buNone/>
            </a:pPr>
            <a:r>
              <a:rPr lang="en-US" sz="1400" dirty="0">
                <a:latin typeface="Calibri" pitchFamily="34" charset="0"/>
                <a:ea typeface="Calibri" pitchFamily="34" charset="-122"/>
                <a:cs typeface="Calibri" pitchFamily="34" charset="-120"/>
              </a:rPr>
              <a:t>Add regional languages beyond Hindi and English</a:t>
            </a:r>
            <a:endParaRPr lang="en-US" sz="1400" dirty="0"/>
          </a:p>
        </p:txBody>
      </p:sp>
      <p:sp>
        <p:nvSpPr>
          <p:cNvPr id="29" name="Shape 27"/>
          <p:cNvSpPr/>
          <p:nvPr/>
        </p:nvSpPr>
        <p:spPr>
          <a:xfrm>
            <a:off x="8101584" y="4544568"/>
            <a:ext cx="109728" cy="109728"/>
          </a:xfrm>
          <a:prstGeom prst="ellipse">
            <a:avLst/>
          </a:prstGeom>
          <a:solidFill>
            <a:schemeClr val="tx1"/>
          </a:solidFill>
          <a:ln/>
        </p:spPr>
        <p:txBody>
          <a:bodyPr/>
          <a:lstStyle/>
          <a:p>
            <a:endParaRPr lang="en-IN"/>
          </a:p>
        </p:txBody>
      </p:sp>
      <p:sp>
        <p:nvSpPr>
          <p:cNvPr id="30" name="Text 28"/>
          <p:cNvSpPr/>
          <p:nvPr/>
        </p:nvSpPr>
        <p:spPr>
          <a:xfrm>
            <a:off x="8321040" y="4425696"/>
            <a:ext cx="2907792" cy="868680"/>
          </a:xfrm>
          <a:prstGeom prst="rect">
            <a:avLst/>
          </a:prstGeom>
          <a:noFill/>
          <a:ln/>
        </p:spPr>
        <p:txBody>
          <a:bodyPr wrap="square" lIns="0" tIns="0" rIns="0" bIns="0" rtlCol="0" anchor="ctr"/>
          <a:lstStyle/>
          <a:p>
            <a:pPr marL="0" indent="0">
              <a:lnSpc>
                <a:spcPct val="125000"/>
              </a:lnSpc>
              <a:buNone/>
            </a:pPr>
            <a:r>
              <a:rPr lang="en-US" sz="1400" dirty="0">
                <a:latin typeface="Calibri" pitchFamily="34" charset="0"/>
                <a:ea typeface="Calibri" pitchFamily="34" charset="-122"/>
                <a:cs typeface="Calibri" pitchFamily="34" charset="-120"/>
              </a:rPr>
              <a:t>Build a transparency view: which schemes reach whom, and where gaps remain</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DFBF7"/>
        </a:solidFill>
        <a:effectLst/>
      </p:bgPr>
    </p:bg>
    <p:spTree>
      <p:nvGrpSpPr>
        <p:cNvPr id="1" name=""/>
        <p:cNvGrpSpPr/>
        <p:nvPr/>
      </p:nvGrpSpPr>
      <p:grpSpPr>
        <a:xfrm>
          <a:off x="0" y="0"/>
          <a:ext cx="0" cy="0"/>
          <a:chOff x="0" y="0"/>
          <a:chExt cx="0" cy="0"/>
        </a:xfrm>
      </p:grpSpPr>
      <p:sp>
        <p:nvSpPr>
          <p:cNvPr id="2" name="Shape 0"/>
          <p:cNvSpPr/>
          <p:nvPr/>
        </p:nvSpPr>
        <p:spPr>
          <a:xfrm>
            <a:off x="0" y="0"/>
            <a:ext cx="12188952" cy="164592"/>
          </a:xfrm>
          <a:prstGeom prst="rect">
            <a:avLst/>
          </a:prstGeom>
          <a:solidFill>
            <a:schemeClr val="accent6">
              <a:lumMod val="40000"/>
              <a:lumOff val="60000"/>
            </a:schemeClr>
          </a:solidFill>
          <a:ln/>
        </p:spPr>
        <p:txBody>
          <a:bodyPr/>
          <a:lstStyle/>
          <a:p>
            <a:endParaRPr lang="en-IN"/>
          </a:p>
        </p:txBody>
      </p:sp>
      <p:sp>
        <p:nvSpPr>
          <p:cNvPr id="4" name="Text 1"/>
          <p:cNvSpPr/>
          <p:nvPr/>
        </p:nvSpPr>
        <p:spPr>
          <a:xfrm>
            <a:off x="822960" y="649224"/>
            <a:ext cx="7863840" cy="1120582"/>
          </a:xfrm>
          <a:prstGeom prst="rect">
            <a:avLst/>
          </a:prstGeom>
          <a:noFill/>
          <a:ln/>
        </p:spPr>
        <p:txBody>
          <a:bodyPr wrap="square" lIns="0" tIns="0" rIns="0" bIns="0" rtlCol="0" anchor="ctr"/>
          <a:lstStyle/>
          <a:p>
            <a:pPr marL="0" indent="0">
              <a:buNone/>
            </a:pPr>
            <a:r>
              <a:rPr lang="en-US" sz="2400" b="1" dirty="0">
                <a:solidFill>
                  <a:srgbClr val="2C3E2B"/>
                </a:solidFill>
                <a:latin typeface="Cambria" pitchFamily="34" charset="0"/>
                <a:ea typeface="Cambria" pitchFamily="34" charset="-122"/>
                <a:cs typeface="Cambria" pitchFamily="34" charset="-120"/>
              </a:rPr>
              <a:t>Government schemes shouldn't stay hidden</a:t>
            </a:r>
            <a:r>
              <a:rPr lang="en-US" sz="2600" b="1" dirty="0">
                <a:solidFill>
                  <a:srgbClr val="2C3E2B"/>
                </a:solidFill>
                <a:latin typeface="Cambria" pitchFamily="34" charset="0"/>
                <a:ea typeface="Cambria" pitchFamily="34" charset="-122"/>
                <a:cs typeface="Cambria" pitchFamily="34" charset="-120"/>
              </a:rPr>
              <a:t>.</a:t>
            </a:r>
            <a:endParaRPr lang="en-US" sz="2600" dirty="0"/>
          </a:p>
        </p:txBody>
      </p:sp>
      <p:sp>
        <p:nvSpPr>
          <p:cNvPr id="5" name="Text 2"/>
          <p:cNvSpPr/>
          <p:nvPr/>
        </p:nvSpPr>
        <p:spPr>
          <a:xfrm>
            <a:off x="822960" y="960120"/>
            <a:ext cx="7863840" cy="1874520"/>
          </a:xfrm>
          <a:prstGeom prst="rect">
            <a:avLst/>
          </a:prstGeom>
          <a:noFill/>
          <a:ln/>
        </p:spPr>
        <p:txBody>
          <a:bodyPr wrap="square" lIns="0" tIns="0" rIns="0" bIns="0" rtlCol="0" anchor="ctr"/>
          <a:lstStyle/>
          <a:p>
            <a:pPr marL="0" indent="0">
              <a:lnSpc>
                <a:spcPct val="125000"/>
              </a:lnSpc>
              <a:buNone/>
            </a:pPr>
            <a:r>
              <a:rPr lang="en-US" i="1" dirty="0">
                <a:latin typeface="Cambria" pitchFamily="34" charset="0"/>
                <a:ea typeface="Cambria" pitchFamily="34" charset="-122"/>
                <a:cs typeface="Cambria" pitchFamily="34" charset="-120"/>
              </a:rPr>
              <a:t>Haq Agent makes sure the right scheme finds the right person, on time — regardless of who already knows the system</a:t>
            </a:r>
            <a:r>
              <a:rPr lang="en-US" i="1" dirty="0">
                <a:solidFill>
                  <a:schemeClr val="accent6">
                    <a:lumMod val="50000"/>
                  </a:schemeClr>
                </a:solidFill>
                <a:latin typeface="Cambria" pitchFamily="34" charset="0"/>
                <a:ea typeface="Cambria" pitchFamily="34" charset="-122"/>
                <a:cs typeface="Cambria" pitchFamily="34" charset="-120"/>
              </a:rPr>
              <a:t>.</a:t>
            </a:r>
            <a:endParaRPr lang="en-US" dirty="0">
              <a:solidFill>
                <a:schemeClr val="accent6">
                  <a:lumMod val="50000"/>
                </a:schemeClr>
              </a:solidFill>
            </a:endParaRPr>
          </a:p>
        </p:txBody>
      </p:sp>
      <p:sp>
        <p:nvSpPr>
          <p:cNvPr id="6" name="Shape 3"/>
          <p:cNvSpPr/>
          <p:nvPr/>
        </p:nvSpPr>
        <p:spPr>
          <a:xfrm>
            <a:off x="822960" y="3063240"/>
            <a:ext cx="10908792" cy="1371600"/>
          </a:xfrm>
          <a:prstGeom prst="rect">
            <a:avLst/>
          </a:prstGeom>
          <a:solidFill>
            <a:schemeClr val="accent6">
              <a:lumMod val="40000"/>
              <a:lumOff val="60000"/>
            </a:schemeClr>
          </a:solidFill>
          <a:ln/>
        </p:spPr>
        <p:txBody>
          <a:bodyPr/>
          <a:lstStyle/>
          <a:p>
            <a:endParaRPr lang="en-IN"/>
          </a:p>
        </p:txBody>
      </p:sp>
      <p:sp>
        <p:nvSpPr>
          <p:cNvPr id="7" name="Text 4"/>
          <p:cNvSpPr/>
          <p:nvPr/>
        </p:nvSpPr>
        <p:spPr>
          <a:xfrm>
            <a:off x="1051560" y="3200400"/>
            <a:ext cx="5486400" cy="320040"/>
          </a:xfrm>
          <a:prstGeom prst="rect">
            <a:avLst/>
          </a:prstGeom>
          <a:noFill/>
          <a:ln/>
        </p:spPr>
        <p:txBody>
          <a:bodyPr wrap="square" lIns="0" tIns="0" rIns="0" bIns="0" rtlCol="0" anchor="ctr"/>
          <a:lstStyle/>
          <a:p>
            <a:pPr marL="0" indent="0">
              <a:buNone/>
            </a:pPr>
            <a:r>
              <a:rPr lang="en-US" b="1" dirty="0">
                <a:latin typeface="Calibri" pitchFamily="34" charset="0"/>
                <a:ea typeface="Calibri" pitchFamily="34" charset="-122"/>
                <a:cs typeface="Calibri" pitchFamily="34" charset="-120"/>
              </a:rPr>
              <a:t>Conclusion</a:t>
            </a:r>
            <a:endParaRPr lang="en-US" dirty="0"/>
          </a:p>
        </p:txBody>
      </p:sp>
      <p:sp>
        <p:nvSpPr>
          <p:cNvPr id="8" name="Text 5"/>
          <p:cNvSpPr/>
          <p:nvPr/>
        </p:nvSpPr>
        <p:spPr>
          <a:xfrm>
            <a:off x="1051560" y="3547872"/>
            <a:ext cx="10424160" cy="822960"/>
          </a:xfrm>
          <a:prstGeom prst="rect">
            <a:avLst/>
          </a:prstGeom>
          <a:noFill/>
          <a:ln/>
        </p:spPr>
        <p:txBody>
          <a:bodyPr wrap="square" lIns="0" tIns="0" rIns="0" bIns="0" rtlCol="0" anchor="ctr"/>
          <a:lstStyle/>
          <a:p>
            <a:pPr marL="0" indent="0">
              <a:lnSpc>
                <a:spcPct val="130000"/>
              </a:lnSpc>
              <a:buNone/>
            </a:pPr>
            <a:r>
              <a:rPr lang="en-US" sz="1600" dirty="0">
                <a:latin typeface="Calibri" pitchFamily="34" charset="0"/>
                <a:ea typeface="Calibri" pitchFamily="34" charset="-122"/>
                <a:cs typeface="Calibri" pitchFamily="34" charset="-120"/>
              </a:rPr>
              <a:t>A simple idea, built on a real and recurring problem: awareness, not eligibility, is what's broken. Haq Agent closes that gap with one agent that watches, checks, and notifies — so opportunity stops depending on who already knows where to look</a:t>
            </a:r>
            <a:r>
              <a:rPr lang="en-US" sz="1600" dirty="0">
                <a:solidFill>
                  <a:srgbClr val="2C3E2B"/>
                </a:solidFill>
                <a:latin typeface="Calibri" pitchFamily="34" charset="0"/>
                <a:ea typeface="Calibri" pitchFamily="34" charset="-122"/>
                <a:cs typeface="Calibri" pitchFamily="34" charset="-120"/>
              </a:rPr>
              <a:t>.</a:t>
            </a:r>
            <a:endParaRPr lang="en-US" sz="1600" dirty="0"/>
          </a:p>
        </p:txBody>
      </p:sp>
      <p:sp>
        <p:nvSpPr>
          <p:cNvPr id="9" name="Shape 6"/>
          <p:cNvSpPr/>
          <p:nvPr/>
        </p:nvSpPr>
        <p:spPr>
          <a:xfrm>
            <a:off x="822960" y="4784671"/>
            <a:ext cx="4294730" cy="45719"/>
          </a:xfrm>
          <a:prstGeom prst="rect">
            <a:avLst/>
          </a:prstGeom>
          <a:solidFill>
            <a:schemeClr val="accent6">
              <a:lumMod val="60000"/>
              <a:lumOff val="40000"/>
            </a:schemeClr>
          </a:solidFill>
          <a:ln/>
        </p:spPr>
        <p:txBody>
          <a:bodyPr/>
          <a:lstStyle/>
          <a:p>
            <a:endParaRPr lang="en-IN"/>
          </a:p>
        </p:txBody>
      </p:sp>
      <p:sp>
        <p:nvSpPr>
          <p:cNvPr id="10" name="Text 7"/>
          <p:cNvSpPr/>
          <p:nvPr/>
        </p:nvSpPr>
        <p:spPr>
          <a:xfrm>
            <a:off x="822960" y="4892040"/>
            <a:ext cx="5486400" cy="457200"/>
          </a:xfrm>
          <a:prstGeom prst="rect">
            <a:avLst/>
          </a:prstGeom>
          <a:noFill/>
          <a:ln/>
        </p:spPr>
        <p:txBody>
          <a:bodyPr wrap="square" lIns="0" tIns="0" rIns="0" bIns="0" rtlCol="0" anchor="ctr"/>
          <a:lstStyle/>
          <a:p>
            <a:pPr marL="0" indent="0">
              <a:buNone/>
            </a:pPr>
            <a:r>
              <a:rPr lang="en-US" sz="2400" dirty="0">
                <a:solidFill>
                  <a:schemeClr val="accent6">
                    <a:lumMod val="50000"/>
                  </a:schemeClr>
                </a:solidFill>
                <a:latin typeface="Calibri" pitchFamily="34" charset="0"/>
                <a:ea typeface="Calibri" pitchFamily="34" charset="-122"/>
                <a:cs typeface="Calibri" pitchFamily="34" charset="-120"/>
              </a:rPr>
              <a:t>Contact</a:t>
            </a:r>
            <a:endParaRPr lang="en-US" sz="2400" dirty="0">
              <a:solidFill>
                <a:schemeClr val="accent6">
                  <a:lumMod val="50000"/>
                </a:schemeClr>
              </a:solidFill>
            </a:endParaRPr>
          </a:p>
        </p:txBody>
      </p:sp>
      <p:sp>
        <p:nvSpPr>
          <p:cNvPr id="11" name="Text 8"/>
          <p:cNvSpPr/>
          <p:nvPr/>
        </p:nvSpPr>
        <p:spPr>
          <a:xfrm>
            <a:off x="822960" y="5394960"/>
            <a:ext cx="8229600" cy="457200"/>
          </a:xfrm>
          <a:prstGeom prst="rect">
            <a:avLst/>
          </a:prstGeom>
          <a:noFill/>
          <a:ln/>
        </p:spPr>
        <p:txBody>
          <a:bodyPr wrap="square" lIns="0" tIns="0" rIns="0" bIns="0" rtlCol="0" anchor="ctr"/>
          <a:lstStyle/>
          <a:p>
            <a:pPr marL="0" indent="0">
              <a:buNone/>
            </a:pPr>
            <a:r>
              <a:rPr lang="en-US" sz="2000" b="1" dirty="0">
                <a:solidFill>
                  <a:srgbClr val="2C3E2B"/>
                </a:solidFill>
                <a:latin typeface="Cambria" pitchFamily="34" charset="0"/>
                <a:ea typeface="Cambria" pitchFamily="34" charset="-122"/>
                <a:cs typeface="Cambria" pitchFamily="34" charset="-120"/>
              </a:rPr>
              <a:t>Sneha Choudhary</a:t>
            </a:r>
            <a:endParaRPr lang="en-US" sz="2000" dirty="0"/>
          </a:p>
        </p:txBody>
      </p:sp>
      <p:sp>
        <p:nvSpPr>
          <p:cNvPr id="12" name="Text 9"/>
          <p:cNvSpPr/>
          <p:nvPr/>
        </p:nvSpPr>
        <p:spPr>
          <a:xfrm>
            <a:off x="822960" y="5870448"/>
            <a:ext cx="10515600" cy="320040"/>
          </a:xfrm>
          <a:prstGeom prst="rect">
            <a:avLst/>
          </a:prstGeom>
          <a:noFill/>
          <a:ln/>
        </p:spPr>
        <p:txBody>
          <a:bodyPr wrap="square" lIns="0" tIns="0" rIns="0" bIns="0" rtlCol="0" anchor="ctr"/>
          <a:lstStyle/>
          <a:p>
            <a:pPr marL="0" indent="0">
              <a:buNone/>
            </a:pPr>
            <a:r>
              <a:rPr lang="en-US" sz="1600" dirty="0">
                <a:latin typeface="Calibri" pitchFamily="34" charset="0"/>
                <a:ea typeface="Calibri" pitchFamily="34" charset="-122"/>
                <a:cs typeface="Calibri" pitchFamily="34" charset="-120"/>
              </a:rPr>
              <a:t>School of Information Technology, RGPV Bhopal  |  B.Tech Final Year, CSE (Data Science)</a:t>
            </a:r>
            <a:endParaRPr lang="en-US" sz="1400" dirty="0"/>
          </a:p>
        </p:txBody>
      </p:sp>
      <p:sp>
        <p:nvSpPr>
          <p:cNvPr id="13" name="Text 10"/>
          <p:cNvSpPr/>
          <p:nvPr/>
        </p:nvSpPr>
        <p:spPr>
          <a:xfrm>
            <a:off x="822960" y="6199632"/>
            <a:ext cx="10515600" cy="320040"/>
          </a:xfrm>
          <a:prstGeom prst="rect">
            <a:avLst/>
          </a:prstGeom>
          <a:noFill/>
          <a:ln/>
        </p:spPr>
        <p:txBody>
          <a:bodyPr wrap="square" lIns="0" tIns="0" rIns="0" bIns="0" rtlCol="0" anchor="ctr"/>
          <a:lstStyle/>
          <a:p>
            <a:pPr marL="0" indent="0">
              <a:buNone/>
            </a:pPr>
            <a:r>
              <a:rPr lang="en-US" dirty="0">
                <a:latin typeface="Calibri" pitchFamily="34" charset="0"/>
                <a:ea typeface="Calibri" pitchFamily="34" charset="-122"/>
                <a:cs typeface="Calibri" pitchFamily="34" charset="-120"/>
              </a:rPr>
              <a:t>Email: snehachoudhary2620@gmail.com |   Phone: 8349254971</a:t>
            </a:r>
            <a:endParaRPr lang="en-US" dirty="0"/>
          </a:p>
        </p:txBody>
      </p:sp>
      <p:sp>
        <p:nvSpPr>
          <p:cNvPr id="14" name="Text 11"/>
          <p:cNvSpPr/>
          <p:nvPr/>
        </p:nvSpPr>
        <p:spPr>
          <a:xfrm>
            <a:off x="822960" y="6537960"/>
            <a:ext cx="10515600" cy="274320"/>
          </a:xfrm>
          <a:prstGeom prst="rect">
            <a:avLst/>
          </a:prstGeom>
          <a:noFill/>
          <a:ln/>
        </p:spPr>
        <p:txBody>
          <a:bodyPr wrap="square" lIns="0" tIns="0" rIns="0" bIns="0" rtlCol="0" anchor="ctr"/>
          <a:lstStyle/>
          <a:p>
            <a:pPr marL="0" indent="0">
              <a:buNone/>
            </a:pPr>
            <a:r>
              <a:rPr lang="en-US" dirty="0">
                <a:latin typeface="Calibri" pitchFamily="34" charset="0"/>
                <a:ea typeface="Calibri" pitchFamily="34" charset="-122"/>
                <a:cs typeface="Calibri" pitchFamily="34" charset="-120"/>
              </a:rPr>
              <a:t>ScriptedBy{Her} 2.0  |  Meesho x HackerEarth</a:t>
            </a:r>
            <a:endParaRPr lang="en-US" dirty="0"/>
          </a:p>
        </p:txBody>
      </p:sp>
      <p:pic>
        <p:nvPicPr>
          <p:cNvPr id="15" name="Picture 14" descr="real estate agent with client at village - stock image - village laptop stock pictures, royalty-free photos &amp; images">
            <a:extLst>
              <a:ext uri="{FF2B5EF4-FFF2-40B4-BE49-F238E27FC236}">
                <a16:creationId xmlns:a16="http://schemas.microsoft.com/office/drawing/2014/main" id="{D38B4B47-C28B-4E55-986A-0D0E7305E3E6}"/>
              </a:ext>
            </a:extLst>
          </p:cNvPr>
          <p:cNvPicPr>
            <a:picLocks noChangeAspect="1"/>
          </p:cNvPicPr>
          <p:nvPr/>
        </p:nvPicPr>
        <p:blipFill>
          <a:blip r:embed="rId3"/>
          <a:stretch>
            <a:fillRect/>
          </a:stretch>
        </p:blipFill>
        <p:spPr>
          <a:xfrm>
            <a:off x="7801897" y="411185"/>
            <a:ext cx="4092087" cy="242345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1319</Words>
  <Application>Microsoft Office PowerPoint</Application>
  <PresentationFormat>Widescreen</PresentationFormat>
  <Paragraphs>154</Paragraphs>
  <Slides>10</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Haq Agent - ScriptedBy{Her} 2.0</dc:title>
  <dc:subject>PptxGenJS Presentation</dc:subject>
  <dc:creator>Sneha Choudhary</dc:creator>
  <cp:lastModifiedBy>Sarthak Choudhary</cp:lastModifiedBy>
  <cp:revision>1</cp:revision>
  <dcterms:created xsi:type="dcterms:W3CDTF">2026-06-28T06:58:02Z</dcterms:created>
  <dcterms:modified xsi:type="dcterms:W3CDTF">2026-06-28T13:20:28Z</dcterms:modified>
</cp:coreProperties>
</file>